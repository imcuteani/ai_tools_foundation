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4"/>
  </p:notesMasterIdLst>
  <p:handoutMasterIdLst>
    <p:handoutMasterId r:id="rId45"/>
  </p:handoutMasterIdLst>
  <p:sldIdLst>
    <p:sldId id="292" r:id="rId5"/>
    <p:sldId id="299" r:id="rId6"/>
    <p:sldId id="297" r:id="rId7"/>
    <p:sldId id="261" r:id="rId8"/>
    <p:sldId id="298" r:id="rId9"/>
    <p:sldId id="301" r:id="rId10"/>
    <p:sldId id="302" r:id="rId11"/>
    <p:sldId id="324" r:id="rId12"/>
    <p:sldId id="325" r:id="rId13"/>
    <p:sldId id="326" r:id="rId14"/>
    <p:sldId id="327" r:id="rId15"/>
    <p:sldId id="276" r:id="rId16"/>
    <p:sldId id="303" r:id="rId17"/>
    <p:sldId id="293" r:id="rId18"/>
    <p:sldId id="268" r:id="rId19"/>
    <p:sldId id="269" r:id="rId20"/>
    <p:sldId id="328" r:id="rId21"/>
    <p:sldId id="300" r:id="rId22"/>
    <p:sldId id="295" r:id="rId23"/>
    <p:sldId id="304" r:id="rId24"/>
    <p:sldId id="305" r:id="rId25"/>
    <p:sldId id="306" r:id="rId26"/>
    <p:sldId id="307" r:id="rId27"/>
    <p:sldId id="308" r:id="rId28"/>
    <p:sldId id="309" r:id="rId29"/>
    <p:sldId id="310" r:id="rId30"/>
    <p:sldId id="311" r:id="rId31"/>
    <p:sldId id="312" r:id="rId32"/>
    <p:sldId id="313" r:id="rId33"/>
    <p:sldId id="314" r:id="rId34"/>
    <p:sldId id="315" r:id="rId35"/>
    <p:sldId id="316" r:id="rId36"/>
    <p:sldId id="317" r:id="rId37"/>
    <p:sldId id="318" r:id="rId38"/>
    <p:sldId id="319" r:id="rId39"/>
    <p:sldId id="320" r:id="rId40"/>
    <p:sldId id="321" r:id="rId41"/>
    <p:sldId id="323" r:id="rId42"/>
    <p:sldId id="289" r:id="rId4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536" userDrawn="1">
          <p15:clr>
            <a:srgbClr val="A4A3A4"/>
          </p15:clr>
        </p15:guide>
        <p15:guide id="2" pos="31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4400"/>
    <a:srgbClr val="446992"/>
    <a:srgbClr val="AEC2D8"/>
    <a:srgbClr val="98432A"/>
    <a:srgbClr val="44678D"/>
    <a:srgbClr val="263E5A"/>
    <a:srgbClr val="D6E0EB"/>
    <a:srgbClr val="728DAB"/>
    <a:srgbClr val="C95B3A"/>
    <a:srgbClr val="2D4C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839" autoAdjust="0"/>
  </p:normalViewPr>
  <p:slideViewPr>
    <p:cSldViewPr snapToGrid="0" showGuides="1">
      <p:cViewPr varScale="1">
        <p:scale>
          <a:sx n="65" d="100"/>
          <a:sy n="65" d="100"/>
        </p:scale>
        <p:origin x="936" y="78"/>
      </p:cViewPr>
      <p:guideLst>
        <p:guide orient="horz" pos="1536"/>
        <p:guide pos="312"/>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notesViewPr>
    <p:cSldViewPr snapToGrid="0">
      <p:cViewPr varScale="1">
        <p:scale>
          <a:sx n="58" d="100"/>
          <a:sy n="58" d="100"/>
        </p:scale>
        <p:origin x="2491" y="67"/>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50"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27E3961-5613-64C6-63C3-6085D0CDAE5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06D1F08-FF42-95F6-3130-AE63E56048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CD26A2A-0A96-0647-84E5-C82F2EFD9474}" type="datetimeFigureOut">
              <a:rPr lang="en-US" smtClean="0"/>
              <a:t>10/23/2026</a:t>
            </a:fld>
            <a:endParaRPr lang="en-US" dirty="0"/>
          </a:p>
        </p:txBody>
      </p:sp>
      <p:sp>
        <p:nvSpPr>
          <p:cNvPr id="4" name="Footer Placeholder 3">
            <a:extLst>
              <a:ext uri="{FF2B5EF4-FFF2-40B4-BE49-F238E27FC236}">
                <a16:creationId xmlns:a16="http://schemas.microsoft.com/office/drawing/2014/main" id="{4CD5B35B-A046-EC3C-A80E-3D9D12C149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202DDE3-703C-8B4C-9506-EC0A39AACD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B8DC1D1-B6C2-C644-8BF1-C34DBFFE1C78}" type="slidenum">
              <a:rPr lang="en-US" smtClean="0"/>
              <a:t>‹#›</a:t>
            </a:fld>
            <a:endParaRPr lang="en-US" dirty="0"/>
          </a:p>
        </p:txBody>
      </p:sp>
    </p:spTree>
    <p:extLst>
      <p:ext uri="{BB962C8B-B14F-4D97-AF65-F5344CB8AC3E}">
        <p14:creationId xmlns:p14="http://schemas.microsoft.com/office/powerpoint/2010/main" val="9334793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a:extLst>
              <a:ext uri="{FF2B5EF4-FFF2-40B4-BE49-F238E27FC236}">
                <a16:creationId xmlns:a16="http://schemas.microsoft.com/office/drawing/2014/main" id="{0D2594CA-29C5-062F-2EA7-C593B096C62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9" name="Slide Image Placeholder 8">
            <a:extLst>
              <a:ext uri="{FF2B5EF4-FFF2-40B4-BE49-F238E27FC236}">
                <a16:creationId xmlns:a16="http://schemas.microsoft.com/office/drawing/2014/main" id="{E04BB896-BA64-B358-A066-15B96D23BC88}"/>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a:extLst>
              <a:ext uri="{FF2B5EF4-FFF2-40B4-BE49-F238E27FC236}">
                <a16:creationId xmlns:a16="http://schemas.microsoft.com/office/drawing/2014/main" id="{5EFA2818-7747-F326-294F-EEAC9BEF6EBD}"/>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11" name="Date Placeholder 10">
            <a:extLst>
              <a:ext uri="{FF2B5EF4-FFF2-40B4-BE49-F238E27FC236}">
                <a16:creationId xmlns:a16="http://schemas.microsoft.com/office/drawing/2014/main" id="{6B76E0F0-B7F9-756A-3EA4-2114B75370E5}"/>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0CF20C-6BCC-41A4-8C16-5A346425718D}" type="datetimeFigureOut">
              <a:rPr lang="en-US" smtClean="0"/>
              <a:t>10/23/2026</a:t>
            </a:fld>
            <a:endParaRPr lang="en-US" dirty="0"/>
          </a:p>
        </p:txBody>
      </p:sp>
      <p:sp>
        <p:nvSpPr>
          <p:cNvPr id="12" name="Notes Placeholder 11">
            <a:extLst>
              <a:ext uri="{FF2B5EF4-FFF2-40B4-BE49-F238E27FC236}">
                <a16:creationId xmlns:a16="http://schemas.microsoft.com/office/drawing/2014/main" id="{5161C21F-108C-0F07-CDDD-AFB8DDBF6941}"/>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a:extLst>
              <a:ext uri="{FF2B5EF4-FFF2-40B4-BE49-F238E27FC236}">
                <a16:creationId xmlns:a16="http://schemas.microsoft.com/office/drawing/2014/main" id="{A507CBA7-2A1E-725E-35DA-D1CFF08EC633}"/>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60679C-80C7-4E7D-9614-ABA41C5B2858}" type="slidenum">
              <a:rPr lang="en-US" smtClean="0"/>
              <a:t>‹#›</a:t>
            </a:fld>
            <a:endParaRPr lang="en-US" dirty="0"/>
          </a:p>
        </p:txBody>
      </p:sp>
    </p:spTree>
    <p:extLst>
      <p:ext uri="{BB962C8B-B14F-4D97-AF65-F5344CB8AC3E}">
        <p14:creationId xmlns:p14="http://schemas.microsoft.com/office/powerpoint/2010/main" val="422665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a:t>
            </a:fld>
            <a:endParaRPr lang="en-US" altLang="zh-CN" noProof="0" dirty="0"/>
          </a:p>
        </p:txBody>
      </p:sp>
    </p:spTree>
    <p:extLst>
      <p:ext uri="{BB962C8B-B14F-4D97-AF65-F5344CB8AC3E}">
        <p14:creationId xmlns:p14="http://schemas.microsoft.com/office/powerpoint/2010/main" val="681593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12</a:t>
            </a:fld>
            <a:endParaRPr lang="en-US" altLang="zh-CN" noProof="0" dirty="0"/>
          </a:p>
        </p:txBody>
      </p:sp>
    </p:spTree>
    <p:extLst>
      <p:ext uri="{BB962C8B-B14F-4D97-AF65-F5344CB8AC3E}">
        <p14:creationId xmlns:p14="http://schemas.microsoft.com/office/powerpoint/2010/main" val="1377460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14</a:t>
            </a:fld>
            <a:endParaRPr lang="en-US" altLang="zh-CN" noProof="0" dirty="0"/>
          </a:p>
        </p:txBody>
      </p:sp>
    </p:spTree>
    <p:extLst>
      <p:ext uri="{BB962C8B-B14F-4D97-AF65-F5344CB8AC3E}">
        <p14:creationId xmlns:p14="http://schemas.microsoft.com/office/powerpoint/2010/main" val="2093800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smtClean="0"/>
              <a:t>19</a:t>
            </a:fld>
            <a:endParaRPr lang="en-US" altLang="zh-CN" dirty="0"/>
          </a:p>
        </p:txBody>
      </p:sp>
    </p:spTree>
    <p:extLst>
      <p:ext uri="{BB962C8B-B14F-4D97-AF65-F5344CB8AC3E}">
        <p14:creationId xmlns:p14="http://schemas.microsoft.com/office/powerpoint/2010/main" val="24243314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017105BD-6D6F-49DB-9DE4-D4A6452D7E5F}" type="slidenum">
              <a:rPr lang="en-US" altLang="zh-CN" noProof="0" smtClean="0"/>
              <a:t>39</a:t>
            </a:fld>
            <a:endParaRPr lang="en-US" altLang="zh-CN" noProof="0" dirty="0"/>
          </a:p>
        </p:txBody>
      </p:sp>
    </p:spTree>
    <p:extLst>
      <p:ext uri="{BB962C8B-B14F-4D97-AF65-F5344CB8AC3E}">
        <p14:creationId xmlns:p14="http://schemas.microsoft.com/office/powerpoint/2010/main" val="118182007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bg>
      <p:bgPr>
        <a:solidFill>
          <a:schemeClr val="accent6"/>
        </a:solidFill>
        <a:effectLst/>
      </p:bgPr>
    </p:bg>
    <p:spTree>
      <p:nvGrpSpPr>
        <p:cNvPr id="1" name=""/>
        <p:cNvGrpSpPr/>
        <p:nvPr/>
      </p:nvGrpSpPr>
      <p:grpSpPr>
        <a:xfrm>
          <a:off x="0" y="0"/>
          <a:ext cx="0" cy="0"/>
          <a:chOff x="0" y="0"/>
          <a:chExt cx="0" cy="0"/>
        </a:xfrm>
      </p:grpSpPr>
      <p:pic>
        <p:nvPicPr>
          <p:cNvPr id="13" name="Shape 33">
            <a:extLst>
              <a:ext uri="{FF2B5EF4-FFF2-40B4-BE49-F238E27FC236}">
                <a16:creationId xmlns:a16="http://schemas.microsoft.com/office/drawing/2014/main" id="{4D81E37E-7366-D88D-83B8-BBA577CA462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9897686" y="106446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pic>
        <p:nvPicPr>
          <p:cNvPr id="12" name="Shape 31">
            <a:extLst>
              <a:ext uri="{FF2B5EF4-FFF2-40B4-BE49-F238E27FC236}">
                <a16:creationId xmlns:a16="http://schemas.microsoft.com/office/drawing/2014/main" id="{A2E096B7-3B4F-355B-58E5-41784AC8BE29}"/>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a:ext>
            </a:extLst>
          </a:blip>
          <a:srcRect t="2555" b="2555"/>
          <a:stretch>
            <a:fillRect/>
          </a:stretch>
        </p:blipFill>
        <p:spPr>
          <a:xfrm>
            <a:off x="6284315" y="3984454"/>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4292" y="731520"/>
            <a:ext cx="5029200" cy="3291840"/>
          </a:xfrm>
        </p:spPr>
        <p:txBody>
          <a:bodyPr anchor="b">
            <a:normAutofit/>
          </a:bodyPr>
          <a:lstStyle>
            <a:lvl1pPr>
              <a:defRPr sz="4800"/>
            </a:lvl1pPr>
          </a:lstStyle>
          <a:p>
            <a:r>
              <a:rPr lang="en-US" noProof="0"/>
              <a:t>Click to edit Master title style</a:t>
            </a:r>
            <a:endParaRPr lang="en-US" noProof="0" dirty="0"/>
          </a:p>
        </p:txBody>
      </p:sp>
      <p:cxnSp>
        <p:nvCxnSpPr>
          <p:cNvPr id="24" name="Straight Connector 2">
            <a:extLst>
              <a:ext uri="{FF2B5EF4-FFF2-40B4-BE49-F238E27FC236}">
                <a16:creationId xmlns:a16="http://schemas.microsoft.com/office/drawing/2014/main" id="{F1FCCFDB-D985-4322-AC87-F69214893708}"/>
              </a:ext>
            </a:extLst>
          </p:cNvPr>
          <p:cNvCxnSpPr/>
          <p:nvPr userDrawn="1"/>
        </p:nvCxnSpPr>
        <p:spPr>
          <a:xfrm>
            <a:off x="1168533" y="4172084"/>
            <a:ext cx="0" cy="760288"/>
          </a:xfrm>
          <a:prstGeom prst="line">
            <a:avLst/>
          </a:prstGeom>
          <a:noFill/>
          <a:ln w="19050" cap="flat" cmpd="sng" algn="ctr">
            <a:solidFill>
              <a:srgbClr val="D84400"/>
            </a:solidFill>
            <a:prstDash val="solid"/>
            <a:miter lim="800000"/>
          </a:ln>
          <a:effectLst/>
        </p:spPr>
      </p:cxn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0894" y="4172084"/>
            <a:ext cx="4912598" cy="914400"/>
          </a:xfrm>
          <a:prstGeom prst="rect">
            <a:avLst/>
          </a:prstGeom>
        </p:spPr>
        <p:txBody>
          <a:bodyPr>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endParaRPr lang="en-US" altLang="zh-CN" noProof="0" dirty="0"/>
          </a:p>
        </p:txBody>
      </p:sp>
      <p:sp>
        <p:nvSpPr>
          <p:cNvPr id="47" name="Content placeholder 47">
            <a:extLst>
              <a:ext uri="{FF2B5EF4-FFF2-40B4-BE49-F238E27FC236}">
                <a16:creationId xmlns:a16="http://schemas.microsoft.com/office/drawing/2014/main" id="{0FFAAB58-ABE4-41AC-B94E-432936CE0301}"/>
              </a:ext>
            </a:extLst>
          </p:cNvPr>
          <p:cNvSpPr>
            <a:spLocks noGrp="1"/>
          </p:cNvSpPr>
          <p:nvPr>
            <p:ph type="pic" sz="quarter" idx="47" hasCustomPrompt="1"/>
          </p:nvPr>
        </p:nvSpPr>
        <p:spPr>
          <a:xfrm>
            <a:off x="6742557" y="821836"/>
            <a:ext cx="4405503" cy="5066346"/>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9" name="Freeform: Shape 11">
            <a:extLst>
              <a:ext uri="{FF2B5EF4-FFF2-40B4-BE49-F238E27FC236}">
                <a16:creationId xmlns:a16="http://schemas.microsoft.com/office/drawing/2014/main" id="{9ECA281C-F2CB-AE9D-DCD6-F94D3FEE2E67}"/>
              </a:ext>
            </a:extLst>
          </p:cNvPr>
          <p:cNvSpPr/>
          <p:nvPr userDrawn="1"/>
        </p:nvSpPr>
        <p:spPr>
          <a:xfrm>
            <a:off x="7441324" y="5568778"/>
            <a:ext cx="829927" cy="949454"/>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3496649517"/>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5518B595-5A04-0768-52B1-73F11E4754EA}"/>
              </a:ext>
            </a:extLst>
          </p:cNvPr>
          <p:cNvSpPr>
            <a:spLocks noGrp="1"/>
          </p:cNvSpPr>
          <p:nvPr>
            <p:ph type="title"/>
          </p:nvPr>
        </p:nvSpPr>
        <p:spPr>
          <a:xfrm>
            <a:off x="914400" y="3429000"/>
            <a:ext cx="4206240" cy="2377440"/>
          </a:xfrm>
        </p:spPr>
        <p:txBody>
          <a:bodyPr anchor="t">
            <a:noAutofit/>
          </a:bodyPr>
          <a:lstStyle>
            <a:lvl1pPr>
              <a:defRPr sz="3600"/>
            </a:lvl1pPr>
          </a:lstStyle>
          <a:p>
            <a:r>
              <a:rPr lang="en-US" noProof="0"/>
              <a:t>Click to edit Master title style</a:t>
            </a:r>
            <a:endParaRPr lang="en-US" noProof="0" dirty="0"/>
          </a:p>
        </p:txBody>
      </p:sp>
      <p:sp>
        <p:nvSpPr>
          <p:cNvPr id="6" name="Content Placeholder 4">
            <a:extLst>
              <a:ext uri="{FF2B5EF4-FFF2-40B4-BE49-F238E27FC236}">
                <a16:creationId xmlns:a16="http://schemas.microsoft.com/office/drawing/2014/main" id="{73CCCCFD-E0FE-BDB7-CF9D-FCA345E6BA55}"/>
              </a:ext>
            </a:extLst>
          </p:cNvPr>
          <p:cNvSpPr>
            <a:spLocks noGrp="1"/>
          </p:cNvSpPr>
          <p:nvPr>
            <p:ph sz="quarter" idx="35"/>
          </p:nvPr>
        </p:nvSpPr>
        <p:spPr>
          <a:xfrm>
            <a:off x="5394325" y="3429000"/>
            <a:ext cx="3475038" cy="2378075"/>
          </a:xfrm>
        </p:spPr>
        <p:txBody>
          <a:bodyPr anchor="ctr"/>
          <a:lstStyle>
            <a:lvl1pPr marL="347472">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Shape 4">
            <a:extLst>
              <a:ext uri="{FF2B5EF4-FFF2-40B4-BE49-F238E27FC236}">
                <a16:creationId xmlns:a16="http://schemas.microsoft.com/office/drawing/2014/main" id="{AE722AFD-22D7-4BD8-B055-3867C3800E16}"/>
              </a:ext>
            </a:extLst>
          </p:cNvPr>
          <p:cNvSpPr/>
          <p:nvPr userDrawn="1"/>
        </p:nvSpPr>
        <p:spPr>
          <a:xfrm>
            <a:off x="6282845" y="525294"/>
            <a:ext cx="1913128" cy="214008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3" name="Freeform: Shape 12">
            <a:extLst>
              <a:ext uri="{FF2B5EF4-FFF2-40B4-BE49-F238E27FC236}">
                <a16:creationId xmlns:a16="http://schemas.microsoft.com/office/drawing/2014/main" id="{5D0355E4-3980-42A9-9376-74163520D39D}"/>
              </a:ext>
            </a:extLst>
          </p:cNvPr>
          <p:cNvSpPr/>
          <p:nvPr userDrawn="1"/>
        </p:nvSpPr>
        <p:spPr>
          <a:xfrm>
            <a:off x="8375472" y="496110"/>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6" name="Freeform: Shape 15">
            <a:extLst>
              <a:ext uri="{FF2B5EF4-FFF2-40B4-BE49-F238E27FC236}">
                <a16:creationId xmlns:a16="http://schemas.microsoft.com/office/drawing/2014/main" id="{B9D430ED-A815-4274-966C-8192C4230569}"/>
              </a:ext>
            </a:extLst>
          </p:cNvPr>
          <p:cNvSpPr/>
          <p:nvPr userDrawn="1"/>
        </p:nvSpPr>
        <p:spPr>
          <a:xfrm>
            <a:off x="9403474" y="2310314"/>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0B88ADED-0863-78D3-7710-E131932E965F}"/>
              </a:ext>
            </a:extLst>
          </p:cNvPr>
          <p:cNvSpPr/>
          <p:nvPr userDrawn="1"/>
        </p:nvSpPr>
        <p:spPr>
          <a:xfrm>
            <a:off x="10460480" y="505838"/>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8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8"/>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27">
            <a:extLst>
              <a:ext uri="{FF2B5EF4-FFF2-40B4-BE49-F238E27FC236}">
                <a16:creationId xmlns:a16="http://schemas.microsoft.com/office/drawing/2014/main" id="{32435EB1-8BEE-9EEE-D9E4-E53D56B7E09C}"/>
              </a:ext>
            </a:extLst>
          </p:cNvPr>
          <p:cNvSpPr/>
          <p:nvPr userDrawn="1"/>
        </p:nvSpPr>
        <p:spPr>
          <a:xfrm>
            <a:off x="11498097" y="2436654"/>
            <a:ext cx="698022" cy="1868948"/>
          </a:xfrm>
          <a:custGeom>
            <a:avLst/>
            <a:gdLst>
              <a:gd name="connsiteX0" fmla="*/ 698022 w 698022"/>
              <a:gd name="connsiteY0" fmla="*/ 0 h 1868948"/>
              <a:gd name="connsiteX1" fmla="*/ 698022 w 698022"/>
              <a:gd name="connsiteY1" fmla="*/ 1868948 h 1868948"/>
              <a:gd name="connsiteX2" fmla="*/ 0 w 698022"/>
              <a:gd name="connsiteY2" fmla="*/ 1477709 h 1868948"/>
              <a:gd name="connsiteX3" fmla="*/ 0 w 698022"/>
              <a:gd name="connsiteY3" fmla="*/ 397939 h 1868948"/>
            </a:gdLst>
            <a:ahLst/>
            <a:cxnLst>
              <a:cxn ang="0">
                <a:pos x="connsiteX0" y="connsiteY0"/>
              </a:cxn>
              <a:cxn ang="0">
                <a:pos x="connsiteX1" y="connsiteY1"/>
              </a:cxn>
              <a:cxn ang="0">
                <a:pos x="connsiteX2" y="connsiteY2"/>
              </a:cxn>
              <a:cxn ang="0">
                <a:pos x="connsiteX3" y="connsiteY3"/>
              </a:cxn>
            </a:cxnLst>
            <a:rect l="l" t="t" r="r" b="b"/>
            <a:pathLst>
              <a:path w="698022" h="1868948">
                <a:moveTo>
                  <a:pt x="698022" y="0"/>
                </a:moveTo>
                <a:lnTo>
                  <a:pt x="698022" y="1868948"/>
                </a:lnTo>
                <a:lnTo>
                  <a:pt x="0" y="1477709"/>
                </a:lnTo>
                <a:lnTo>
                  <a:pt x="0" y="3979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29">
            <a:extLst>
              <a:ext uri="{FF2B5EF4-FFF2-40B4-BE49-F238E27FC236}">
                <a16:creationId xmlns:a16="http://schemas.microsoft.com/office/drawing/2014/main" id="{2692688E-3654-181E-6244-F2CED7612746}"/>
              </a:ext>
            </a:extLst>
          </p:cNvPr>
          <p:cNvSpPr/>
          <p:nvPr userDrawn="1"/>
        </p:nvSpPr>
        <p:spPr>
          <a:xfrm>
            <a:off x="10460480" y="4114794"/>
            <a:ext cx="1731521" cy="2159541"/>
          </a:xfrm>
          <a:custGeom>
            <a:avLst/>
            <a:gdLst>
              <a:gd name="connsiteX0" fmla="*/ 953758 w 1731521"/>
              <a:gd name="connsiteY0" fmla="*/ 0 h 2159541"/>
              <a:gd name="connsiteX1" fmla="*/ 1731521 w 1731521"/>
              <a:gd name="connsiteY1" fmla="*/ 438909 h 2159541"/>
              <a:gd name="connsiteX2" fmla="*/ 1731521 w 1731521"/>
              <a:gd name="connsiteY2" fmla="*/ 1724629 h 2159541"/>
              <a:gd name="connsiteX3" fmla="*/ 956364 w 1731521"/>
              <a:gd name="connsiteY3" fmla="*/ 2159541 h 2159541"/>
              <a:gd name="connsiteX4" fmla="*/ 0 w 1731521"/>
              <a:gd name="connsiteY4" fmla="*/ 1623503 h 2159541"/>
              <a:gd name="connsiteX5" fmla="*/ 0 w 1731521"/>
              <a:gd name="connsiteY5" fmla="*/ 543733 h 2159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31521" h="2159541">
                <a:moveTo>
                  <a:pt x="953758" y="0"/>
                </a:moveTo>
                <a:lnTo>
                  <a:pt x="1731521" y="438909"/>
                </a:lnTo>
                <a:lnTo>
                  <a:pt x="1731521" y="1724629"/>
                </a:lnTo>
                <a:lnTo>
                  <a:pt x="956364" y="2159541"/>
                </a:lnTo>
                <a:lnTo>
                  <a:pt x="0" y="1623503"/>
                </a:lnTo>
                <a:lnTo>
                  <a:pt x="0" y="543733"/>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 name="Footer Placeholder 1">
            <a:extLst>
              <a:ext uri="{FF2B5EF4-FFF2-40B4-BE49-F238E27FC236}">
                <a16:creationId xmlns:a16="http://schemas.microsoft.com/office/drawing/2014/main" id="{D6B1A7E0-D0BF-7FCA-D296-94BFC0D611C5}"/>
              </a:ext>
            </a:extLst>
          </p:cNvPr>
          <p:cNvSpPr>
            <a:spLocks noGrp="1"/>
          </p:cNvSpPr>
          <p:nvPr>
            <p:ph type="ftr" sz="quarter" idx="33"/>
          </p:nvPr>
        </p:nvSpPr>
        <p:spPr/>
        <p:txBody>
          <a:bodyPr/>
          <a:lstStyle/>
          <a:p>
            <a:endParaRPr lang="en-US" noProof="0" dirty="0"/>
          </a:p>
        </p:txBody>
      </p:sp>
      <p:sp>
        <p:nvSpPr>
          <p:cNvPr id="3" name="Slide Number Placeholder 2">
            <a:extLst>
              <a:ext uri="{FF2B5EF4-FFF2-40B4-BE49-F238E27FC236}">
                <a16:creationId xmlns:a16="http://schemas.microsoft.com/office/drawing/2014/main" id="{FCAC10D1-DF42-8734-0793-84312B963E62}"/>
              </a:ext>
            </a:extLst>
          </p:cNvPr>
          <p:cNvSpPr>
            <a:spLocks noGrp="1"/>
          </p:cNvSpPr>
          <p:nvPr>
            <p:ph type="sldNum" sz="quarter" idx="34"/>
          </p:nvPr>
        </p:nvSpPr>
        <p:spPr/>
        <p:txBody>
          <a:bodyPr/>
          <a:lstStyle/>
          <a:p>
            <a:fld id="{47FEACEE-25B4-4A2D-B147-27296E36371D}" type="slidenum">
              <a:rPr lang="en-US" altLang="zh-CN" noProof="0" smtClean="0"/>
              <a:pPr/>
              <a:t>‹#›</a:t>
            </a:fld>
            <a:endParaRPr lang="en-US" altLang="zh-CN" noProof="0" dirty="0"/>
          </a:p>
        </p:txBody>
      </p:sp>
      <p:sp>
        <p:nvSpPr>
          <p:cNvPr id="8" name="Freeform 7">
            <a:extLst>
              <a:ext uri="{FF2B5EF4-FFF2-40B4-BE49-F238E27FC236}">
                <a16:creationId xmlns:a16="http://schemas.microsoft.com/office/drawing/2014/main" id="{24C8F37E-3F74-F3FA-C9D8-7083DF2BBECC}"/>
              </a:ext>
            </a:extLst>
          </p:cNvPr>
          <p:cNvSpPr/>
          <p:nvPr userDrawn="1"/>
        </p:nvSpPr>
        <p:spPr>
          <a:xfrm>
            <a:off x="7325349"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FB905CE6-1C2F-E053-4D14-6B86F4EFDC10}"/>
              </a:ext>
            </a:extLst>
          </p:cNvPr>
          <p:cNvSpPr/>
          <p:nvPr userDrawn="1"/>
        </p:nvSpPr>
        <p:spPr>
          <a:xfrm>
            <a:off x="9416816"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0B2D3BF4-495E-23C2-9911-15BC9E0D8EA7}"/>
              </a:ext>
            </a:extLst>
          </p:cNvPr>
          <p:cNvSpPr/>
          <p:nvPr userDrawn="1"/>
        </p:nvSpPr>
        <p:spPr>
          <a:xfrm>
            <a:off x="1571157" y="505838"/>
            <a:ext cx="1913128" cy="215954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8" name="Freeform 17">
            <a:extLst>
              <a:ext uri="{FF2B5EF4-FFF2-40B4-BE49-F238E27FC236}">
                <a16:creationId xmlns:a16="http://schemas.microsoft.com/office/drawing/2014/main" id="{62629C19-89EB-BC19-9230-7F7675E16EFF}"/>
              </a:ext>
            </a:extLst>
          </p:cNvPr>
          <p:cNvSpPr/>
          <p:nvPr userDrawn="1"/>
        </p:nvSpPr>
        <p:spPr>
          <a:xfrm>
            <a:off x="521034" y="0"/>
            <a:ext cx="1911968" cy="866964"/>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2"/>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143481105"/>
      </p:ext>
    </p:extLst>
  </p:cSld>
  <p:clrMapOvr>
    <a:masterClrMapping/>
  </p:clrMapOvr>
  <p:extLst>
    <p:ext uri="{DCECCB84-F9BA-43D5-87BE-67443E8EF086}">
      <p15:sldGuideLst xmlns:p15="http://schemas.microsoft.com/office/powerpoint/2012/main">
        <p15:guide id="1" orient="horz" pos="528">
          <p15:clr>
            <a:srgbClr val="FBAE40"/>
          </p15:clr>
        </p15:guide>
        <p15:guide id="2" pos="50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5998464" y="731520"/>
            <a:ext cx="5029200" cy="3291840"/>
          </a:xfrm>
        </p:spPr>
        <p:txBody>
          <a:bodyPr anchor="b">
            <a:normAutofit/>
          </a:bodyPr>
          <a:lstStyle/>
          <a:p>
            <a:r>
              <a:rPr lang="en-US" noProof="0"/>
              <a:t>Click to edit Master title style</a:t>
            </a:r>
            <a:endParaRPr lang="en-US" noProof="0" dirty="0"/>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6117336" y="4172084"/>
            <a:ext cx="4910328" cy="1005840"/>
          </a:xfrm>
          <a:prstGeom prst="rect">
            <a:avLst/>
          </a:prstGeom>
        </p:spPr>
        <p:txBody>
          <a:bodyPr>
            <a:normAutofit/>
          </a:bodyPr>
          <a:lstStyle>
            <a:lvl1pPr marL="0" indent="0">
              <a:lnSpc>
                <a:spcPct val="100000"/>
              </a:lnSpc>
              <a:buNone/>
              <a:defRPr sz="1800" b="0">
                <a:solidFill>
                  <a:schemeClr val="bg1"/>
                </a:solidFill>
              </a:defRPr>
            </a:lvl1pPr>
            <a:lvl2pPr>
              <a:defRPr sz="1000"/>
            </a:lvl2pPr>
            <a:lvl3pPr>
              <a:defRPr sz="900"/>
            </a:lvl3pPr>
            <a:lvl4pPr>
              <a:defRPr sz="800"/>
            </a:lvl4pPr>
            <a:lvl5pPr>
              <a:defRPr sz="800"/>
            </a:lvl5pPr>
          </a:lstStyle>
          <a:p>
            <a:pPr lvl="0"/>
            <a:endParaRPr lang="en-US" altLang="zh-CN" noProof="0" dirty="0"/>
          </a:p>
        </p:txBody>
      </p:sp>
      <p:sp>
        <p:nvSpPr>
          <p:cNvPr id="2" name="Freeform: Shape 5">
            <a:extLst>
              <a:ext uri="{FF2B5EF4-FFF2-40B4-BE49-F238E27FC236}">
                <a16:creationId xmlns:a16="http://schemas.microsoft.com/office/drawing/2014/main" id="{B17C1EC9-3787-8D41-B5F1-BF16FD5C7ACB}"/>
              </a:ext>
            </a:extLst>
          </p:cNvPr>
          <p:cNvSpPr/>
          <p:nvPr userDrawn="1"/>
        </p:nvSpPr>
        <p:spPr>
          <a:xfrm>
            <a:off x="3843559" y="722518"/>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4" name="Freeform: Shape 6">
            <a:extLst>
              <a:ext uri="{FF2B5EF4-FFF2-40B4-BE49-F238E27FC236}">
                <a16:creationId xmlns:a16="http://schemas.microsoft.com/office/drawing/2014/main" id="{E945D8B2-8BED-B43F-8D56-AB19D0D29970}"/>
              </a:ext>
            </a:extLst>
          </p:cNvPr>
          <p:cNvSpPr/>
          <p:nvPr userDrawn="1"/>
        </p:nvSpPr>
        <p:spPr>
          <a:xfrm>
            <a:off x="1223929" y="1436914"/>
            <a:ext cx="2857005" cy="326977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600" noProof="0" dirty="0"/>
          </a:p>
        </p:txBody>
      </p:sp>
      <p:sp>
        <p:nvSpPr>
          <p:cNvPr id="5" name="Freeform: Shape 7">
            <a:extLst>
              <a:ext uri="{FF2B5EF4-FFF2-40B4-BE49-F238E27FC236}">
                <a16:creationId xmlns:a16="http://schemas.microsoft.com/office/drawing/2014/main" id="{3853EA5E-735A-20F3-684A-C0AD030EC2D4}"/>
              </a:ext>
            </a:extLst>
          </p:cNvPr>
          <p:cNvSpPr/>
          <p:nvPr userDrawn="1"/>
        </p:nvSpPr>
        <p:spPr>
          <a:xfrm>
            <a:off x="758702" y="3457554"/>
            <a:ext cx="1208037" cy="1381756"/>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6" name="Freeform: Shape 11">
            <a:extLst>
              <a:ext uri="{FF2B5EF4-FFF2-40B4-BE49-F238E27FC236}">
                <a16:creationId xmlns:a16="http://schemas.microsoft.com/office/drawing/2014/main" id="{75DB4848-0824-8316-ED27-44DF37AD6F3D}"/>
              </a:ext>
            </a:extLst>
          </p:cNvPr>
          <p:cNvSpPr/>
          <p:nvPr userDrawn="1"/>
        </p:nvSpPr>
        <p:spPr>
          <a:xfrm>
            <a:off x="2917915" y="4662164"/>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7" name="Straight Connector 2">
            <a:extLst>
              <a:ext uri="{FF2B5EF4-FFF2-40B4-BE49-F238E27FC236}">
                <a16:creationId xmlns:a16="http://schemas.microsoft.com/office/drawing/2014/main" id="{8784B377-2FE4-4091-C29F-46938ECFA73E}"/>
              </a:ext>
            </a:extLst>
          </p:cNvPr>
          <p:cNvCxnSpPr/>
          <p:nvPr userDrawn="1"/>
        </p:nvCxnSpPr>
        <p:spPr>
          <a:xfrm>
            <a:off x="5998709" y="4172084"/>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2612047778"/>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01">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E820F9CA-E84D-E159-524A-398712EC6AFE}"/>
              </a:ext>
            </a:extLst>
          </p:cNvPr>
          <p:cNvGrpSpPr/>
          <p:nvPr userDrawn="1"/>
        </p:nvGrpSpPr>
        <p:grpSpPr>
          <a:xfrm>
            <a:off x="879765" y="-10376"/>
            <a:ext cx="10794247" cy="1864808"/>
            <a:chOff x="879765" y="-10376"/>
            <a:chExt cx="10794247" cy="1864808"/>
          </a:xfrm>
        </p:grpSpPr>
        <p:sp>
          <p:nvSpPr>
            <p:cNvPr id="12" name="Freeform: Shape 12">
              <a:extLst>
                <a:ext uri="{FF2B5EF4-FFF2-40B4-BE49-F238E27FC236}">
                  <a16:creationId xmlns:a16="http://schemas.microsoft.com/office/drawing/2014/main" id="{7674207A-3643-0D40-E3B5-F11FCACBAA74}"/>
                </a:ext>
              </a:extLst>
            </p:cNvPr>
            <p:cNvSpPr/>
            <p:nvPr/>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Shape 12">
              <a:extLst>
                <a:ext uri="{FF2B5EF4-FFF2-40B4-BE49-F238E27FC236}">
                  <a16:creationId xmlns:a16="http://schemas.microsoft.com/office/drawing/2014/main" id="{9619B847-88FE-63C2-96AC-161C08F5934F}"/>
                </a:ext>
              </a:extLst>
            </p:cNvPr>
            <p:cNvSpPr/>
            <p:nvPr/>
          </p:nvSpPr>
          <p:spPr>
            <a:xfrm>
              <a:off x="5985740" y="345168"/>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8" name="Freeform 6">
              <a:extLst>
                <a:ext uri="{FF2B5EF4-FFF2-40B4-BE49-F238E27FC236}">
                  <a16:creationId xmlns:a16="http://schemas.microsoft.com/office/drawing/2014/main" id="{228172F9-6711-D31B-2F7B-A4ECDEAB360C}"/>
                </a:ext>
              </a:extLst>
            </p:cNvPr>
            <p:cNvSpPr/>
            <p:nvPr/>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1732E38F-F657-48F0-5783-63C7EDB52F87}"/>
                </a:ext>
              </a:extLst>
            </p:cNvPr>
            <p:cNvSpPr/>
            <p:nvPr/>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12">
              <a:extLst>
                <a:ext uri="{FF2B5EF4-FFF2-40B4-BE49-F238E27FC236}">
                  <a16:creationId xmlns:a16="http://schemas.microsoft.com/office/drawing/2014/main" id="{601F8F38-CEFA-8374-19C9-69BA4F7D10DF}"/>
                </a:ext>
              </a:extLst>
            </p:cNvPr>
            <p:cNvSpPr/>
            <p:nvPr/>
          </p:nvSpPr>
          <p:spPr>
            <a:xfrm>
              <a:off x="1610385"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11" name="Freeform 9">
              <a:extLst>
                <a:ext uri="{FF2B5EF4-FFF2-40B4-BE49-F238E27FC236}">
                  <a16:creationId xmlns:a16="http://schemas.microsoft.com/office/drawing/2014/main" id="{0659428E-002A-3B5E-D9E8-A2B206826D40}"/>
                </a:ext>
              </a:extLst>
            </p:cNvPr>
            <p:cNvSpPr/>
            <p:nvPr/>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F3F6BB30-EA63-53B6-1493-0B0220BC1FF8}"/>
                </a:ext>
              </a:extLst>
            </p:cNvPr>
            <p:cNvSpPr/>
            <p:nvPr/>
          </p:nvSpPr>
          <p:spPr>
            <a:xfrm>
              <a:off x="2336512"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3B6E5B6F-28D6-E7F3-B009-0B5623E38F22}"/>
                </a:ext>
              </a:extLst>
            </p:cNvPr>
            <p:cNvSpPr/>
            <p:nvPr/>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4817D92F-B8AA-2300-DC90-9AA1D5E54408}"/>
                </a:ext>
              </a:extLst>
            </p:cNvPr>
            <p:cNvSpPr/>
            <p:nvPr/>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2">
              <a:extLst>
                <a:ext uri="{FF2B5EF4-FFF2-40B4-BE49-F238E27FC236}">
                  <a16:creationId xmlns:a16="http://schemas.microsoft.com/office/drawing/2014/main" id="{F40AC1C2-6632-AEFE-E7DF-2E1BB06D857A}"/>
                </a:ext>
              </a:extLst>
            </p:cNvPr>
            <p:cNvSpPr/>
            <p:nvPr/>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grpSp>
      <p:sp>
        <p:nvSpPr>
          <p:cNvPr id="2" name="Title 1"/>
          <p:cNvSpPr>
            <a:spLocks noGrp="1"/>
          </p:cNvSpPr>
          <p:nvPr>
            <p:ph type="title"/>
          </p:nvPr>
        </p:nvSpPr>
        <p:spPr>
          <a:xfrm>
            <a:off x="914400" y="2487168"/>
            <a:ext cx="4572000" cy="3383280"/>
          </a:xfrm>
        </p:spPr>
        <p:txBody>
          <a:bodyPr anchor="t">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6217920" y="2487168"/>
            <a:ext cx="5029200" cy="33832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extLst>
      <p:ext uri="{BB962C8B-B14F-4D97-AF65-F5344CB8AC3E}">
        <p14:creationId xmlns:p14="http://schemas.microsoft.com/office/powerpoint/2010/main" val="453787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with image">
    <p:bg>
      <p:bgPr>
        <a:solidFill>
          <a:schemeClr val="accent6"/>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C2501B-DEA6-190E-3633-E32F635B7CE1}"/>
              </a:ext>
            </a:extLst>
          </p:cNvPr>
          <p:cNvSpPr>
            <a:spLocks noGrp="1"/>
          </p:cNvSpPr>
          <p:nvPr>
            <p:ph type="title"/>
          </p:nvPr>
        </p:nvSpPr>
        <p:spPr>
          <a:xfrm>
            <a:off x="1143000" y="3200400"/>
            <a:ext cx="5029200" cy="2743200"/>
          </a:xfrm>
        </p:spPr>
        <p:txBody>
          <a:bodyPr anchor="t">
            <a:normAutofit/>
          </a:bodyPr>
          <a:lstStyle>
            <a:lvl1pPr>
              <a:defRPr sz="4800"/>
            </a:lvl1pPr>
          </a:lstStyle>
          <a:p>
            <a:r>
              <a:rPr lang="en-US" noProof="0"/>
              <a:t>Click to edit Master title style</a:t>
            </a:r>
            <a:endParaRPr lang="en-US" noProof="0" dirty="0"/>
          </a:p>
        </p:txBody>
      </p:sp>
      <p:pic>
        <p:nvPicPr>
          <p:cNvPr id="10" name="Picture Placeholder 31">
            <a:extLst>
              <a:ext uri="{FF2B5EF4-FFF2-40B4-BE49-F238E27FC236}">
                <a16:creationId xmlns:a16="http://schemas.microsoft.com/office/drawing/2014/main" id="{373D33A6-83B0-5538-2873-8856E4E60DC0}"/>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t="2555" b="2555"/>
          <a:stretch>
            <a:fillRect/>
          </a:stretch>
        </p:blipFill>
        <p:spPr>
          <a:xfrm>
            <a:off x="6504265" y="3029080"/>
            <a:ext cx="1570617" cy="17968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a:solidFill>
            <a:schemeClr val="accent5">
              <a:alpha val="30000"/>
            </a:schemeClr>
          </a:solidFill>
        </p:spPr>
      </p:pic>
      <p:sp>
        <p:nvSpPr>
          <p:cNvPr id="7" name="Content placeholder 47">
            <a:extLst>
              <a:ext uri="{FF2B5EF4-FFF2-40B4-BE49-F238E27FC236}">
                <a16:creationId xmlns:a16="http://schemas.microsoft.com/office/drawing/2014/main" id="{3944D979-8121-82AA-A130-38072F1EA83F}"/>
              </a:ext>
            </a:extLst>
          </p:cNvPr>
          <p:cNvSpPr>
            <a:spLocks noGrp="1"/>
          </p:cNvSpPr>
          <p:nvPr>
            <p:ph type="pic" sz="quarter" idx="47" hasCustomPrompt="1"/>
          </p:nvPr>
        </p:nvSpPr>
        <p:spPr>
          <a:xfrm>
            <a:off x="7493157" y="529148"/>
            <a:ext cx="4248873" cy="473113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dirty="0"/>
              <a:t>Click icon to add picture≈≈</a:t>
            </a:r>
          </a:p>
        </p:txBody>
      </p:sp>
      <p:sp>
        <p:nvSpPr>
          <p:cNvPr id="27" name="Content placeholder 47" descr="Click icon to add picture">
            <a:extLst>
              <a:ext uri="{FF2B5EF4-FFF2-40B4-BE49-F238E27FC236}">
                <a16:creationId xmlns:a16="http://schemas.microsoft.com/office/drawing/2014/main" id="{EA8265B5-83C5-4AE9-88AB-3F2443B57F00}"/>
              </a:ext>
            </a:extLst>
          </p:cNvPr>
          <p:cNvSpPr>
            <a:spLocks noGrp="1"/>
          </p:cNvSpPr>
          <p:nvPr>
            <p:ph type="body" sz="quarter" idx="28"/>
          </p:nvPr>
        </p:nvSpPr>
        <p:spPr>
          <a:xfrm>
            <a:off x="1261872" y="2240280"/>
            <a:ext cx="5029200" cy="760288"/>
          </a:xfrm>
          <a:prstGeom prst="rect">
            <a:avLst/>
          </a:prstGeom>
        </p:spPr>
        <p:txBody>
          <a:bodyPr anchor="b">
            <a:normAutofit/>
          </a:bodyPr>
          <a:lstStyle>
            <a:lvl1pPr marL="0" indent="0">
              <a:lnSpc>
                <a:spcPct val="100000"/>
              </a:lnSpc>
              <a:buNone/>
              <a:defRPr sz="2000" b="0">
                <a:solidFill>
                  <a:schemeClr val="bg1"/>
                </a:solidFill>
              </a:defRPr>
            </a:lvl1pPr>
            <a:lvl2pPr>
              <a:defRPr sz="1000"/>
            </a:lvl2pPr>
            <a:lvl3pPr>
              <a:defRPr sz="900"/>
            </a:lvl3pPr>
            <a:lvl4pPr>
              <a:defRPr sz="800"/>
            </a:lvl4pPr>
            <a:lvl5pPr>
              <a:defRPr sz="800"/>
            </a:lvl5pPr>
          </a:lstStyle>
          <a:p>
            <a:pPr lvl="0"/>
            <a:endParaRPr lang="en-US" altLang="zh-CN" noProof="0" dirty="0"/>
          </a:p>
        </p:txBody>
      </p:sp>
      <p:sp>
        <p:nvSpPr>
          <p:cNvPr id="5" name="Freeform: Shape 25">
            <a:extLst>
              <a:ext uri="{FF2B5EF4-FFF2-40B4-BE49-F238E27FC236}">
                <a16:creationId xmlns:a16="http://schemas.microsoft.com/office/drawing/2014/main" id="{8A1DBD66-3066-DF70-EF94-95DF0D7A6503}"/>
              </a:ext>
            </a:extLst>
          </p:cNvPr>
          <p:cNvSpPr/>
          <p:nvPr userDrawn="1"/>
        </p:nvSpPr>
        <p:spPr>
          <a:xfrm flipH="1">
            <a:off x="7400972" y="4594440"/>
            <a:ext cx="1347680" cy="158117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Freeform: Shape 11">
            <a:extLst>
              <a:ext uri="{FF2B5EF4-FFF2-40B4-BE49-F238E27FC236}">
                <a16:creationId xmlns:a16="http://schemas.microsoft.com/office/drawing/2014/main" id="{D2CC929C-40BF-4EF5-7910-7F657CAF8CA9}"/>
              </a:ext>
            </a:extLst>
          </p:cNvPr>
          <p:cNvSpPr/>
          <p:nvPr userDrawn="1"/>
        </p:nvSpPr>
        <p:spPr>
          <a:xfrm>
            <a:off x="6521016" y="4772906"/>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cxnSp>
        <p:nvCxnSpPr>
          <p:cNvPr id="9" name="Straight Connector 2">
            <a:extLst>
              <a:ext uri="{FF2B5EF4-FFF2-40B4-BE49-F238E27FC236}">
                <a16:creationId xmlns:a16="http://schemas.microsoft.com/office/drawing/2014/main" id="{66E94398-47F0-267C-6791-5C30B1CEF496}"/>
              </a:ext>
            </a:extLst>
          </p:cNvPr>
          <p:cNvCxnSpPr/>
          <p:nvPr userDrawn="1"/>
        </p:nvCxnSpPr>
        <p:spPr>
          <a:xfrm>
            <a:off x="1142663" y="2282891"/>
            <a:ext cx="0" cy="760288"/>
          </a:xfrm>
          <a:prstGeom prst="line">
            <a:avLst/>
          </a:prstGeom>
          <a:noFill/>
          <a:ln w="19050" cap="flat" cmpd="sng" algn="ctr">
            <a:solidFill>
              <a:srgbClr val="D84400"/>
            </a:solidFill>
            <a:prstDash val="solid"/>
            <a:miter lim="800000"/>
          </a:ln>
          <a:effectLst/>
        </p:spPr>
      </p:cxnSp>
    </p:spTree>
    <p:extLst>
      <p:ext uri="{BB962C8B-B14F-4D97-AF65-F5344CB8AC3E}">
        <p14:creationId xmlns:p14="http://schemas.microsoft.com/office/powerpoint/2010/main" val="777926280"/>
      </p:ext>
    </p:extLst>
  </p:cSld>
  <p:clrMapOvr>
    <a:masterClrMapping/>
  </p:clrMapOvr>
  <p:extLst>
    <p:ext uri="{DCECCB84-F9BA-43D5-87BE-67443E8EF086}">
      <p15:sldGuideLst xmlns:p15="http://schemas.microsoft.com/office/powerpoint/2012/main">
        <p15:guide id="1" pos="528">
          <p15:clr>
            <a:srgbClr val="FBAE40"/>
          </p15:clr>
        </p15:guide>
        <p15:guide id="2" orient="horz" pos="52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01">
    <p:spTree>
      <p:nvGrpSpPr>
        <p:cNvPr id="1" name=""/>
        <p:cNvGrpSpPr/>
        <p:nvPr/>
      </p:nvGrpSpPr>
      <p:grpSpPr>
        <a:xfrm>
          <a:off x="0" y="0"/>
          <a:ext cx="0" cy="0"/>
          <a:chOff x="0" y="0"/>
          <a:chExt cx="0" cy="0"/>
        </a:xfrm>
      </p:grpSpPr>
      <p:sp>
        <p:nvSpPr>
          <p:cNvPr id="11" name="Title Placeholder 4">
            <a:extLst>
              <a:ext uri="{FF2B5EF4-FFF2-40B4-BE49-F238E27FC236}">
                <a16:creationId xmlns:a16="http://schemas.microsoft.com/office/drawing/2014/main" id="{05751864-B11A-0286-13EA-2AC2A2C8DD5D}"/>
              </a:ext>
            </a:extLst>
          </p:cNvPr>
          <p:cNvSpPr>
            <a:spLocks noGrp="1"/>
          </p:cNvSpPr>
          <p:nvPr>
            <p:ph type="title"/>
          </p:nvPr>
        </p:nvSpPr>
        <p:spPr>
          <a:xfrm>
            <a:off x="914400" y="731520"/>
            <a:ext cx="4663440" cy="1737360"/>
          </a:xfrm>
          <a:prstGeom prst="rect">
            <a:avLst/>
          </a:prstGeom>
        </p:spPr>
        <p:txBody>
          <a:bodyPr vert="horz" lIns="91440" tIns="45720" rIns="91440" bIns="45720" rtlCol="0" anchor="t">
            <a:normAutofit/>
          </a:bodyPr>
          <a:lstStyle>
            <a:lvl1pPr>
              <a:defRPr sz="3600"/>
            </a:lvl1pPr>
          </a:lstStyle>
          <a:p>
            <a:endParaRPr lang="en-US" dirty="0"/>
          </a:p>
        </p:txBody>
      </p:sp>
      <p:sp>
        <p:nvSpPr>
          <p:cNvPr id="3" name="Content Placeholder 2">
            <a:extLst>
              <a:ext uri="{FF2B5EF4-FFF2-40B4-BE49-F238E27FC236}">
                <a16:creationId xmlns:a16="http://schemas.microsoft.com/office/drawing/2014/main" id="{83E7A93C-2947-B6E4-C693-7C485DDC0135}"/>
              </a:ext>
            </a:extLst>
          </p:cNvPr>
          <p:cNvSpPr>
            <a:spLocks noGrp="1"/>
          </p:cNvSpPr>
          <p:nvPr>
            <p:ph idx="1"/>
          </p:nvPr>
        </p:nvSpPr>
        <p:spPr>
          <a:xfrm>
            <a:off x="5852160" y="731520"/>
            <a:ext cx="5486400" cy="17373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2">
            <a:extLst>
              <a:ext uri="{FF2B5EF4-FFF2-40B4-BE49-F238E27FC236}">
                <a16:creationId xmlns:a16="http://schemas.microsoft.com/office/drawing/2014/main" id="{E8A3F288-990F-014E-F099-1E3091477CA7}"/>
              </a:ext>
            </a:extLst>
          </p:cNvPr>
          <p:cNvSpPr>
            <a:spLocks noGrp="1"/>
          </p:cNvSpPr>
          <p:nvPr>
            <p:ph idx="30"/>
          </p:nvPr>
        </p:nvSpPr>
        <p:spPr>
          <a:xfrm>
            <a:off x="914400" y="2743200"/>
            <a:ext cx="8348472" cy="3374136"/>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reeform: Shape 5">
            <a:extLst>
              <a:ext uri="{FF2B5EF4-FFF2-40B4-BE49-F238E27FC236}">
                <a16:creationId xmlns:a16="http://schemas.microsoft.com/office/drawing/2014/main" id="{3F619E6B-153E-B522-47EB-4104C405736C}"/>
              </a:ext>
            </a:extLst>
          </p:cNvPr>
          <p:cNvSpPr/>
          <p:nvPr userDrawn="1"/>
        </p:nvSpPr>
        <p:spPr>
          <a:xfrm>
            <a:off x="10551278" y="4665388"/>
            <a:ext cx="603952" cy="68174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Freeform 11">
            <a:extLst>
              <a:ext uri="{FF2B5EF4-FFF2-40B4-BE49-F238E27FC236}">
                <a16:creationId xmlns:a16="http://schemas.microsoft.com/office/drawing/2014/main" id="{687A7B3D-E004-6D6A-5979-8F1BADBC9237}"/>
              </a:ext>
            </a:extLst>
          </p:cNvPr>
          <p:cNvSpPr/>
          <p:nvPr userDrawn="1"/>
        </p:nvSpPr>
        <p:spPr>
          <a:xfrm>
            <a:off x="10524774" y="5146146"/>
            <a:ext cx="1667226" cy="1711855"/>
          </a:xfrm>
          <a:custGeom>
            <a:avLst/>
            <a:gdLst>
              <a:gd name="connsiteX0" fmla="*/ 998834 w 1667226"/>
              <a:gd name="connsiteY0" fmla="*/ 0 h 1711855"/>
              <a:gd name="connsiteX1" fmla="*/ 1667226 w 1667226"/>
              <a:gd name="connsiteY1" fmla="*/ 373790 h 1711855"/>
              <a:gd name="connsiteX2" fmla="*/ 1667226 w 1667226"/>
              <a:gd name="connsiteY2" fmla="*/ 1711855 h 1711855"/>
              <a:gd name="connsiteX3" fmla="*/ 48502 w 1667226"/>
              <a:gd name="connsiteY3" fmla="*/ 1711855 h 1711855"/>
              <a:gd name="connsiteX4" fmla="*/ 0 w 1667226"/>
              <a:gd name="connsiteY4" fmla="*/ 1684915 h 1711855"/>
              <a:gd name="connsiteX5" fmla="*/ 0 w 1667226"/>
              <a:gd name="connsiteY5" fmla="*/ 564300 h 17118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67226" h="1711855">
                <a:moveTo>
                  <a:pt x="998834" y="0"/>
                </a:moveTo>
                <a:lnTo>
                  <a:pt x="1667226" y="373790"/>
                </a:lnTo>
                <a:lnTo>
                  <a:pt x="1667226" y="1711855"/>
                </a:lnTo>
                <a:lnTo>
                  <a:pt x="48502" y="1711855"/>
                </a:lnTo>
                <a:lnTo>
                  <a:pt x="0" y="1684915"/>
                </a:lnTo>
                <a:lnTo>
                  <a:pt x="0" y="564300"/>
                </a:ln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1">
            <a:extLst>
              <a:ext uri="{FF2B5EF4-FFF2-40B4-BE49-F238E27FC236}">
                <a16:creationId xmlns:a16="http://schemas.microsoft.com/office/drawing/2014/main" id="{A4CA3A93-BDBF-112D-54A0-05BF6B06BCC1}"/>
              </a:ext>
            </a:extLst>
          </p:cNvPr>
          <p:cNvSpPr/>
          <p:nvPr userDrawn="1"/>
        </p:nvSpPr>
        <p:spPr>
          <a:xfrm>
            <a:off x="10177285" y="5347130"/>
            <a:ext cx="748554" cy="856361"/>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2"/>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2" name="Footer Placeholder 1">
            <a:extLst>
              <a:ext uri="{FF2B5EF4-FFF2-40B4-BE49-F238E27FC236}">
                <a16:creationId xmlns:a16="http://schemas.microsoft.com/office/drawing/2014/main" id="{5F7A154B-D8F5-C1FB-307D-496380875BD1}"/>
              </a:ext>
            </a:extLst>
          </p:cNvPr>
          <p:cNvSpPr>
            <a:spLocks noGrp="1"/>
          </p:cNvSpPr>
          <p:nvPr>
            <p:ph type="ftr" sz="quarter" idx="28"/>
          </p:nvPr>
        </p:nvSpPr>
        <p:spPr/>
        <p:txBody>
          <a:bodyPr>
            <a:noAutofit/>
          </a:bodyPr>
          <a:lstStyle/>
          <a:p>
            <a:endParaRPr lang="en-US" noProof="0" dirty="0"/>
          </a:p>
        </p:txBody>
      </p:sp>
      <p:sp>
        <p:nvSpPr>
          <p:cNvPr id="5" name="Slide Number Placeholder 4">
            <a:extLst>
              <a:ext uri="{FF2B5EF4-FFF2-40B4-BE49-F238E27FC236}">
                <a16:creationId xmlns:a16="http://schemas.microsoft.com/office/drawing/2014/main" id="{D728715E-D2CE-A33E-1A28-4E627F239BBE}"/>
              </a:ext>
            </a:extLst>
          </p:cNvPr>
          <p:cNvSpPr>
            <a:spLocks noGrp="1"/>
          </p:cNvSpPr>
          <p:nvPr>
            <p:ph type="sldNum" sz="quarter" idx="29"/>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2121256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0C1D3CF-F6AF-93EB-C40E-C278E58442C0}"/>
              </a:ext>
            </a:extLst>
          </p:cNvPr>
          <p:cNvSpPr>
            <a:spLocks noGrp="1"/>
          </p:cNvSpPr>
          <p:nvPr>
            <p:ph type="title"/>
          </p:nvPr>
        </p:nvSpPr>
        <p:spPr>
          <a:xfrm>
            <a:off x="914400" y="731520"/>
            <a:ext cx="3931920" cy="2103120"/>
          </a:xfrm>
        </p:spPr>
        <p:txBody>
          <a:bodyPr anchor="b">
            <a:normAutofit/>
          </a:bodyPr>
          <a:lstStyle>
            <a:lvl1pPr>
              <a:defRPr sz="3600"/>
            </a:lvl1pPr>
          </a:lstStyle>
          <a:p>
            <a:r>
              <a:rPr lang="en-US"/>
              <a:t>Click to edit Master title style</a:t>
            </a:r>
            <a:endParaRPr lang="en-US" dirty="0"/>
          </a:p>
        </p:txBody>
      </p:sp>
      <p:sp>
        <p:nvSpPr>
          <p:cNvPr id="9" name="Content Placeholder 2">
            <a:extLst>
              <a:ext uri="{FF2B5EF4-FFF2-40B4-BE49-F238E27FC236}">
                <a16:creationId xmlns:a16="http://schemas.microsoft.com/office/drawing/2014/main" id="{2317990C-ED42-30BE-0501-F9C5B4A48B73}"/>
              </a:ext>
            </a:extLst>
          </p:cNvPr>
          <p:cNvSpPr>
            <a:spLocks noGrp="1"/>
          </p:cNvSpPr>
          <p:nvPr>
            <p:ph idx="1"/>
          </p:nvPr>
        </p:nvSpPr>
        <p:spPr>
          <a:xfrm>
            <a:off x="914400" y="3108960"/>
            <a:ext cx="3931920" cy="265176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Picture Placeholder 7">
            <a:extLst>
              <a:ext uri="{FF2B5EF4-FFF2-40B4-BE49-F238E27FC236}">
                <a16:creationId xmlns:a16="http://schemas.microsoft.com/office/drawing/2014/main" id="{4AC62875-1B1B-E814-6549-162A8DBF8929}"/>
              </a:ext>
            </a:extLst>
          </p:cNvPr>
          <p:cNvSpPr>
            <a:spLocks noGrp="1"/>
          </p:cNvSpPr>
          <p:nvPr>
            <p:ph type="pic" sz="quarter" idx="54"/>
          </p:nvPr>
        </p:nvSpPr>
        <p:spPr>
          <a:xfrm>
            <a:off x="5745002" y="0"/>
            <a:ext cx="6446999" cy="6858000"/>
          </a:xfrm>
          <a:custGeom>
            <a:avLst/>
            <a:gdLst>
              <a:gd name="connsiteX0" fmla="*/ 2513726 w 6446999"/>
              <a:gd name="connsiteY0" fmla="*/ 0 h 6858000"/>
              <a:gd name="connsiteX1" fmla="*/ 4301949 w 6446999"/>
              <a:gd name="connsiteY1" fmla="*/ 0 h 6858000"/>
              <a:gd name="connsiteX2" fmla="*/ 6446999 w 6446999"/>
              <a:gd name="connsiteY2" fmla="*/ 1338386 h 6858000"/>
              <a:gd name="connsiteX3" fmla="*/ 6446999 w 6446999"/>
              <a:gd name="connsiteY3" fmla="*/ 5624376 h 6858000"/>
              <a:gd name="connsiteX4" fmla="*/ 4342124 w 6446999"/>
              <a:gd name="connsiteY4" fmla="*/ 6858000 h 6858000"/>
              <a:gd name="connsiteX5" fmla="*/ 2553921 w 6446999"/>
              <a:gd name="connsiteY5" fmla="*/ 6858000 h 6858000"/>
              <a:gd name="connsiteX6" fmla="*/ 661 w 6446999"/>
              <a:gd name="connsiteY6" fmla="*/ 5339864 h 6858000"/>
              <a:gd name="connsiteX7" fmla="*/ 299 w 6446999"/>
              <a:gd name="connsiteY7" fmla="*/ 13960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46999" h="6858000">
                <a:moveTo>
                  <a:pt x="2513726" y="0"/>
                </a:moveTo>
                <a:lnTo>
                  <a:pt x="4301949" y="0"/>
                </a:lnTo>
                <a:lnTo>
                  <a:pt x="6446999" y="1338386"/>
                </a:lnTo>
                <a:lnTo>
                  <a:pt x="6446999" y="5624376"/>
                </a:lnTo>
                <a:lnTo>
                  <a:pt x="4342124" y="6858000"/>
                </a:lnTo>
                <a:lnTo>
                  <a:pt x="2553921" y="6858000"/>
                </a:lnTo>
                <a:lnTo>
                  <a:pt x="661" y="5339864"/>
                </a:lnTo>
                <a:cubicBezTo>
                  <a:pt x="-1473" y="4048155"/>
                  <a:pt x="2433" y="2687753"/>
                  <a:pt x="299" y="1396044"/>
                </a:cubicBezTo>
                <a:close/>
              </a:path>
            </a:pathLst>
          </a:custGeom>
        </p:spPr>
        <p:txBody>
          <a:bodyPr wrap="square" anchor="ctr">
            <a:noAutofit/>
          </a:bodyPr>
          <a:lstStyle>
            <a:lvl1pPr marL="0" indent="0">
              <a:buNone/>
              <a:defRPr sz="1600"/>
            </a:lvl1pPr>
          </a:lstStyle>
          <a:p>
            <a:endParaRPr lang="en-US" dirty="0"/>
          </a:p>
        </p:txBody>
      </p:sp>
      <p:sp>
        <p:nvSpPr>
          <p:cNvPr id="5" name="Footer Placeholder 4">
            <a:extLst>
              <a:ext uri="{FF2B5EF4-FFF2-40B4-BE49-F238E27FC236}">
                <a16:creationId xmlns:a16="http://schemas.microsoft.com/office/drawing/2014/main" id="{41F6C45B-70BB-86F1-1866-F93BEC26ACF8}"/>
              </a:ext>
            </a:extLst>
          </p:cNvPr>
          <p:cNvSpPr>
            <a:spLocks noGrp="1"/>
          </p:cNvSpPr>
          <p:nvPr>
            <p:ph type="ftr" sz="quarter" idx="52"/>
          </p:nvPr>
        </p:nvSpPr>
        <p:spPr/>
        <p:txBody>
          <a:bodyPr>
            <a:noAutofit/>
          </a:bodyPr>
          <a:lstStyle/>
          <a:p>
            <a:endParaRPr lang="en-US" noProof="0" dirty="0"/>
          </a:p>
        </p:txBody>
      </p:sp>
      <p:sp>
        <p:nvSpPr>
          <p:cNvPr id="7" name="Slide Number Placeholder 6">
            <a:extLst>
              <a:ext uri="{FF2B5EF4-FFF2-40B4-BE49-F238E27FC236}">
                <a16:creationId xmlns:a16="http://schemas.microsoft.com/office/drawing/2014/main" id="{0870044D-485D-043B-9D5B-C01AA8E06447}"/>
              </a:ext>
            </a:extLst>
          </p:cNvPr>
          <p:cNvSpPr>
            <a:spLocks noGrp="1"/>
          </p:cNvSpPr>
          <p:nvPr>
            <p:ph type="sldNum" sz="quarter" idx="53"/>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
            <a:extLst>
              <a:ext uri="{FF2B5EF4-FFF2-40B4-BE49-F238E27FC236}">
                <a16:creationId xmlns:a16="http://schemas.microsoft.com/office/drawing/2014/main" id="{D91FB993-29E1-3DBD-8335-7970016F8DE7}"/>
              </a:ext>
              <a:ext uri="{C183D7F6-B498-43B3-948B-1728B52AA6E4}">
                <adec:decorative xmlns:adec="http://schemas.microsoft.com/office/drawing/2017/decorative" val="1"/>
              </a:ext>
            </a:extLst>
          </p:cNvPr>
          <p:cNvSpPr/>
          <p:nvPr userDrawn="1"/>
        </p:nvSpPr>
        <p:spPr>
          <a:xfrm>
            <a:off x="5203802" y="480395"/>
            <a:ext cx="1896941" cy="217161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rgbClr val="C95B3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dirty="0">
              <a:ln>
                <a:noFill/>
              </a:ln>
              <a:solidFill>
                <a:srgbClr val="F7D952"/>
              </a:solidFill>
              <a:effectLst/>
              <a:uLnTx/>
              <a:uFillTx/>
              <a:latin typeface="Posterama Text SemiBold"/>
              <a:ea typeface="+mn-ea"/>
              <a:cs typeface="+mn-cs"/>
            </a:endParaRPr>
          </a:p>
        </p:txBody>
      </p:sp>
    </p:spTree>
    <p:extLst>
      <p:ext uri="{BB962C8B-B14F-4D97-AF65-F5344CB8AC3E}">
        <p14:creationId xmlns:p14="http://schemas.microsoft.com/office/powerpoint/2010/main" val="4161259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02">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12BFFCE7-C68B-4904-8795-9589C3F38FD4}"/>
              </a:ext>
            </a:extLst>
          </p:cNvPr>
          <p:cNvSpPr/>
          <p:nvPr userDrawn="1"/>
        </p:nvSpPr>
        <p:spPr>
          <a:xfrm>
            <a:off x="636161" y="5854024"/>
            <a:ext cx="2330137" cy="708120"/>
          </a:xfrm>
          <a:prstGeom prst="rect">
            <a:avLst/>
          </a:prstGeom>
          <a:solidFill>
            <a:srgbClr val="0F26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2" name="Freeform: Shape 19">
            <a:extLst>
              <a:ext uri="{FF2B5EF4-FFF2-40B4-BE49-F238E27FC236}">
                <a16:creationId xmlns:a16="http://schemas.microsoft.com/office/drawing/2014/main" id="{9D307BA6-8A60-85D7-CC8B-894256DC4B90}"/>
              </a:ext>
            </a:extLst>
          </p:cNvPr>
          <p:cNvSpPr/>
          <p:nvPr userDrawn="1"/>
        </p:nvSpPr>
        <p:spPr>
          <a:xfrm>
            <a:off x="8517470" y="2248218"/>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7" name="Freeform: Shape 19">
            <a:extLst>
              <a:ext uri="{FF2B5EF4-FFF2-40B4-BE49-F238E27FC236}">
                <a16:creationId xmlns:a16="http://schemas.microsoft.com/office/drawing/2014/main" id="{F38B75F8-75D4-4B41-B7C7-433032DD0A6F}"/>
              </a:ext>
            </a:extLst>
          </p:cNvPr>
          <p:cNvSpPr/>
          <p:nvPr userDrawn="1"/>
        </p:nvSpPr>
        <p:spPr>
          <a:xfrm>
            <a:off x="9578882" y="460803"/>
            <a:ext cx="1886361"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8" name="Freeform: Shape 24">
            <a:extLst>
              <a:ext uri="{FF2B5EF4-FFF2-40B4-BE49-F238E27FC236}">
                <a16:creationId xmlns:a16="http://schemas.microsoft.com/office/drawing/2014/main" id="{671D1224-EDDC-4900-92DC-13608D44C524}"/>
              </a:ext>
            </a:extLst>
          </p:cNvPr>
          <p:cNvSpPr/>
          <p:nvPr userDrawn="1"/>
        </p:nvSpPr>
        <p:spPr>
          <a:xfrm>
            <a:off x="9522496" y="4057904"/>
            <a:ext cx="1886359" cy="2213189"/>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
        <p:nvSpPr>
          <p:cNvPr id="15" name="Freeform 14">
            <a:extLst>
              <a:ext uri="{FF2B5EF4-FFF2-40B4-BE49-F238E27FC236}">
                <a16:creationId xmlns:a16="http://schemas.microsoft.com/office/drawing/2014/main" id="{635A9E44-4E60-1AD1-0B85-72422683B48A}"/>
              </a:ext>
            </a:extLst>
          </p:cNvPr>
          <p:cNvSpPr/>
          <p:nvPr userDrawn="1"/>
        </p:nvSpPr>
        <p:spPr>
          <a:xfrm>
            <a:off x="11034052" y="3709992"/>
            <a:ext cx="1173188" cy="150283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7" name="Title 1">
            <a:extLst>
              <a:ext uri="{FF2B5EF4-FFF2-40B4-BE49-F238E27FC236}">
                <a16:creationId xmlns:a16="http://schemas.microsoft.com/office/drawing/2014/main" id="{D041C638-CBB8-1159-9AF8-B5D14CC7BE0F}"/>
              </a:ext>
            </a:extLst>
          </p:cNvPr>
          <p:cNvSpPr>
            <a:spLocks noGrp="1"/>
          </p:cNvSpPr>
          <p:nvPr>
            <p:ph type="title"/>
          </p:nvPr>
        </p:nvSpPr>
        <p:spPr>
          <a:xfrm>
            <a:off x="914400" y="1060704"/>
            <a:ext cx="7132320" cy="1773936"/>
          </a:xfrm>
        </p:spPr>
        <p:txBody>
          <a:bodyPr anchor="b">
            <a:normAutofit/>
          </a:bodyPr>
          <a:lstStyle>
            <a:lvl1pPr>
              <a:defRPr sz="3600"/>
            </a:lvl1pPr>
          </a:lstStyle>
          <a:p>
            <a:r>
              <a:rPr lang="en-US" noProof="0"/>
              <a:t>Click to edit Master title style</a:t>
            </a:r>
            <a:endParaRPr lang="en-US" noProof="0" dirty="0"/>
          </a:p>
        </p:txBody>
      </p:sp>
      <p:sp>
        <p:nvSpPr>
          <p:cNvPr id="3" name="Content Placeholder 2">
            <a:extLst>
              <a:ext uri="{FF2B5EF4-FFF2-40B4-BE49-F238E27FC236}">
                <a16:creationId xmlns:a16="http://schemas.microsoft.com/office/drawing/2014/main" id="{E3E34C76-4814-6AFA-CEFD-F82B9ED9BB1D}"/>
              </a:ext>
            </a:extLst>
          </p:cNvPr>
          <p:cNvSpPr>
            <a:spLocks noGrp="1"/>
          </p:cNvSpPr>
          <p:nvPr>
            <p:ph idx="1"/>
          </p:nvPr>
        </p:nvSpPr>
        <p:spPr>
          <a:xfrm>
            <a:off x="91440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Content Placeholder 2">
            <a:extLst>
              <a:ext uri="{FF2B5EF4-FFF2-40B4-BE49-F238E27FC236}">
                <a16:creationId xmlns:a16="http://schemas.microsoft.com/office/drawing/2014/main" id="{D42F254A-B4C7-D072-FEB9-22F9A2B0CA64}"/>
              </a:ext>
            </a:extLst>
          </p:cNvPr>
          <p:cNvSpPr>
            <a:spLocks noGrp="1"/>
          </p:cNvSpPr>
          <p:nvPr>
            <p:ph idx="56"/>
          </p:nvPr>
        </p:nvSpPr>
        <p:spPr>
          <a:xfrm>
            <a:off x="4754880" y="3108960"/>
            <a:ext cx="3291840" cy="2651760"/>
          </a:xfrm>
        </p:spPr>
        <p:txBody>
          <a:bodyPr/>
          <a:lstStyle>
            <a:lvl1pPr marL="0" indent="0">
              <a:buNone/>
              <a:defRPr sz="1800"/>
            </a:lvl1pPr>
            <a:lvl2pPr marL="347472">
              <a:defRPr sz="1800"/>
            </a:lvl2pPr>
            <a:lvl3pPr marL="731520">
              <a:defRPr sz="1800"/>
            </a:lvl3pPr>
            <a:lvl4pPr marL="1097280">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Footer Placeholder 8">
            <a:extLst>
              <a:ext uri="{FF2B5EF4-FFF2-40B4-BE49-F238E27FC236}">
                <a16:creationId xmlns:a16="http://schemas.microsoft.com/office/drawing/2014/main" id="{85DBF4DF-D0B4-1DA6-0271-5D4033A9C19C}"/>
              </a:ext>
            </a:extLst>
          </p:cNvPr>
          <p:cNvSpPr>
            <a:spLocks noGrp="1"/>
          </p:cNvSpPr>
          <p:nvPr>
            <p:ph type="ftr" sz="quarter" idx="57"/>
          </p:nvPr>
        </p:nvSpPr>
        <p:spPr/>
        <p:txBody>
          <a:bodyPr/>
          <a:lstStyle/>
          <a:p>
            <a:endParaRPr lang="en-US" noProof="0" dirty="0"/>
          </a:p>
        </p:txBody>
      </p:sp>
      <p:sp>
        <p:nvSpPr>
          <p:cNvPr id="6" name="Slide Number Placeholder 5">
            <a:extLst>
              <a:ext uri="{FF2B5EF4-FFF2-40B4-BE49-F238E27FC236}">
                <a16:creationId xmlns:a16="http://schemas.microsoft.com/office/drawing/2014/main" id="{F507335A-F59E-2A6C-D2D6-F10391DA8D69}"/>
              </a:ext>
            </a:extLst>
          </p:cNvPr>
          <p:cNvSpPr>
            <a:spLocks noGrp="1"/>
          </p:cNvSpPr>
          <p:nvPr>
            <p:ph type="sldNum" sz="quarter" idx="55"/>
          </p:nvPr>
        </p:nvSpPr>
        <p:spPr/>
        <p:txBody>
          <a:bodyPr>
            <a:noAutofit/>
          </a:bodyPr>
          <a:lstStyle/>
          <a:p>
            <a:fld id="{47FEACEE-25B4-4A2D-B147-27296E36371D}" type="slidenum">
              <a:rPr lang="en-US" altLang="zh-CN" noProof="0" smtClean="0"/>
              <a:pPr/>
              <a:t>‹#›</a:t>
            </a:fld>
            <a:endParaRPr lang="en-US" altLang="zh-CN" noProof="0" dirty="0"/>
          </a:p>
        </p:txBody>
      </p:sp>
    </p:spTree>
    <p:extLst>
      <p:ext uri="{BB962C8B-B14F-4D97-AF65-F5344CB8AC3E}">
        <p14:creationId xmlns:p14="http://schemas.microsoft.com/office/powerpoint/2010/main" val="3613646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wo content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914400" y="731520"/>
            <a:ext cx="4389120" cy="2103120"/>
          </a:xfrm>
        </p:spPr>
        <p:txBody>
          <a:bodyPr anchor="b" anchorCtr="0">
            <a:normAutofit/>
          </a:bodyPr>
          <a:lstStyle>
            <a:lvl1pPr>
              <a:defRPr sz="3600"/>
            </a:lvl1pPr>
          </a:lstStyle>
          <a:p>
            <a:r>
              <a:rPr lang="en-US"/>
              <a:t>Click to edit Master title style</a:t>
            </a:r>
          </a:p>
        </p:txBody>
      </p:sp>
      <p:sp>
        <p:nvSpPr>
          <p:cNvPr id="4" name="Content Placeholder 2">
            <a:extLst>
              <a:ext uri="{FF2B5EF4-FFF2-40B4-BE49-F238E27FC236}">
                <a16:creationId xmlns:a16="http://schemas.microsoft.com/office/drawing/2014/main" id="{C403123E-E3E0-5E2A-E1FB-EC28A2C68EEB}"/>
              </a:ext>
            </a:extLst>
          </p:cNvPr>
          <p:cNvSpPr>
            <a:spLocks noGrp="1"/>
          </p:cNvSpPr>
          <p:nvPr>
            <p:ph idx="14"/>
          </p:nvPr>
        </p:nvSpPr>
        <p:spPr>
          <a:xfrm>
            <a:off x="914400" y="3108960"/>
            <a:ext cx="4389120" cy="192024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9" name="Content Placeholder 2">
            <a:extLst>
              <a:ext uri="{FF2B5EF4-FFF2-40B4-BE49-F238E27FC236}">
                <a16:creationId xmlns:a16="http://schemas.microsoft.com/office/drawing/2014/main" id="{5B0A6B95-C59B-C125-7957-8C41B37891E1}"/>
              </a:ext>
            </a:extLst>
          </p:cNvPr>
          <p:cNvSpPr>
            <a:spLocks noGrp="1"/>
          </p:cNvSpPr>
          <p:nvPr>
            <p:ph idx="1"/>
          </p:nvPr>
        </p:nvSpPr>
        <p:spPr>
          <a:xfrm>
            <a:off x="5852160" y="731520"/>
            <a:ext cx="5367528" cy="5212080"/>
          </a:xfrm>
        </p:spPr>
        <p:txBody>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12" name="Freeform 11">
            <a:extLst>
              <a:ext uri="{FF2B5EF4-FFF2-40B4-BE49-F238E27FC236}">
                <a16:creationId xmlns:a16="http://schemas.microsoft.com/office/drawing/2014/main" id="{18CD2E87-8426-FC12-6665-A6E2F64FEA93}"/>
              </a:ext>
            </a:extLst>
          </p:cNvPr>
          <p:cNvSpPr>
            <a:spLocks noChangeAspect="1"/>
          </p:cNvSpPr>
          <p:nvPr userDrawn="1"/>
        </p:nvSpPr>
        <p:spPr>
          <a:xfrm flipH="1">
            <a:off x="-9525" y="5039331"/>
            <a:ext cx="986377" cy="1280160"/>
          </a:xfrm>
          <a:custGeom>
            <a:avLst/>
            <a:gdLst>
              <a:gd name="connsiteX0" fmla="*/ 638572 w 1157948"/>
              <a:gd name="connsiteY0" fmla="*/ 0 h 1502830"/>
              <a:gd name="connsiteX1" fmla="*/ 0 w 1157948"/>
              <a:gd name="connsiteY1" fmla="*/ 378385 h 1502830"/>
              <a:gd name="connsiteX2" fmla="*/ 0 w 1157948"/>
              <a:gd name="connsiteY2" fmla="*/ 1129800 h 1502830"/>
              <a:gd name="connsiteX3" fmla="*/ 640317 w 1157948"/>
              <a:gd name="connsiteY3" fmla="*/ 1502830 h 1502830"/>
              <a:gd name="connsiteX4" fmla="*/ 1157948 w 1157948"/>
              <a:gd name="connsiteY4" fmla="*/ 1200968 h 1502830"/>
              <a:gd name="connsiteX5" fmla="*/ 1157948 w 1157948"/>
              <a:gd name="connsiteY5" fmla="*/ 304639 h 1502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57948" h="1502830">
                <a:moveTo>
                  <a:pt x="638572" y="0"/>
                </a:moveTo>
                <a:lnTo>
                  <a:pt x="0" y="378385"/>
                </a:lnTo>
                <a:lnTo>
                  <a:pt x="0" y="1129800"/>
                </a:lnTo>
                <a:lnTo>
                  <a:pt x="640317" y="1502830"/>
                </a:lnTo>
                <a:lnTo>
                  <a:pt x="1157948" y="1200968"/>
                </a:lnTo>
                <a:lnTo>
                  <a:pt x="1157948" y="304639"/>
                </a:ln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1">
            <a:extLst>
              <a:ext uri="{FF2B5EF4-FFF2-40B4-BE49-F238E27FC236}">
                <a16:creationId xmlns:a16="http://schemas.microsoft.com/office/drawing/2014/main" id="{D35CF771-1335-6C94-6AA8-AF68EADDDF00}"/>
              </a:ext>
            </a:extLst>
          </p:cNvPr>
          <p:cNvSpPr/>
          <p:nvPr userDrawn="1"/>
        </p:nvSpPr>
        <p:spPr>
          <a:xfrm>
            <a:off x="1140014" y="5142797"/>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noFill/>
          <a:ln w="19050" cap="flat" cmpd="sng" algn="ctr">
            <a:solidFill>
              <a:schemeClr val="bg2">
                <a:lumMod val="75000"/>
              </a:schemeClr>
            </a:solid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Tree>
    <p:extLst>
      <p:ext uri="{BB962C8B-B14F-4D97-AF65-F5344CB8AC3E}">
        <p14:creationId xmlns:p14="http://schemas.microsoft.com/office/powerpoint/2010/main" val="924390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and content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914400" y="731520"/>
            <a:ext cx="7671816" cy="2103120"/>
          </a:xfrm>
        </p:spPr>
        <p:txBody>
          <a:bodyPr anchor="b" anchorCtr="0">
            <a:normAutofit/>
          </a:bodyPr>
          <a:lstStyle/>
          <a:p>
            <a:r>
              <a:rPr lang="en-US"/>
              <a:t>Click to edit Master title style</a:t>
            </a:r>
            <a:endParaRPr lang="en-US" dirty="0"/>
          </a:p>
        </p:txBody>
      </p:sp>
      <p:sp>
        <p:nvSpPr>
          <p:cNvPr id="15" name="Content Placeholder 2">
            <a:extLst>
              <a:ext uri="{FF2B5EF4-FFF2-40B4-BE49-F238E27FC236}">
                <a16:creationId xmlns:a16="http://schemas.microsoft.com/office/drawing/2014/main" id="{F9296AFE-5FB8-52A4-3111-3B53DBE4DB3E}"/>
              </a:ext>
            </a:extLst>
          </p:cNvPr>
          <p:cNvSpPr>
            <a:spLocks noGrp="1"/>
          </p:cNvSpPr>
          <p:nvPr>
            <p:ph idx="14"/>
          </p:nvPr>
        </p:nvSpPr>
        <p:spPr>
          <a:xfrm>
            <a:off x="914400" y="3200400"/>
            <a:ext cx="10149840" cy="2834640"/>
          </a:xfrm>
        </p:spPr>
        <p:txBody>
          <a:bodyPr>
            <a:norm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Freeform: Shape 12">
            <a:extLst>
              <a:ext uri="{FF2B5EF4-FFF2-40B4-BE49-F238E27FC236}">
                <a16:creationId xmlns:a16="http://schemas.microsoft.com/office/drawing/2014/main" id="{809C5320-0161-C582-141C-55F06D4F3BAE}"/>
              </a:ext>
            </a:extLst>
          </p:cNvPr>
          <p:cNvSpPr/>
          <p:nvPr userDrawn="1"/>
        </p:nvSpPr>
        <p:spPr>
          <a:xfrm>
            <a:off x="8893126" y="35193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7" name="Freeform 6">
            <a:extLst>
              <a:ext uri="{FF2B5EF4-FFF2-40B4-BE49-F238E27FC236}">
                <a16:creationId xmlns:a16="http://schemas.microsoft.com/office/drawing/2014/main" id="{29C982F3-4477-76AC-0429-350585A39FFA}"/>
              </a:ext>
            </a:extLst>
          </p:cNvPr>
          <p:cNvSpPr/>
          <p:nvPr userDrawn="1"/>
        </p:nvSpPr>
        <p:spPr>
          <a:xfrm>
            <a:off x="5255120"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5">
              <a:lumMod val="75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7">
            <a:extLst>
              <a:ext uri="{FF2B5EF4-FFF2-40B4-BE49-F238E27FC236}">
                <a16:creationId xmlns:a16="http://schemas.microsoft.com/office/drawing/2014/main" id="{87A8F7B2-0552-AAD4-9DE2-845DE10CA10A}"/>
              </a:ext>
            </a:extLst>
          </p:cNvPr>
          <p:cNvSpPr/>
          <p:nvPr userDrawn="1"/>
        </p:nvSpPr>
        <p:spPr>
          <a:xfrm>
            <a:off x="6710252"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9">
            <a:extLst>
              <a:ext uri="{FF2B5EF4-FFF2-40B4-BE49-F238E27FC236}">
                <a16:creationId xmlns:a16="http://schemas.microsoft.com/office/drawing/2014/main" id="{395DA7FF-BAA0-F04C-CA6C-16E9C2D55593}"/>
              </a:ext>
            </a:extLst>
          </p:cNvPr>
          <p:cNvSpPr/>
          <p:nvPr userDrawn="1"/>
        </p:nvSpPr>
        <p:spPr>
          <a:xfrm>
            <a:off x="879765"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10">
            <a:extLst>
              <a:ext uri="{FF2B5EF4-FFF2-40B4-BE49-F238E27FC236}">
                <a16:creationId xmlns:a16="http://schemas.microsoft.com/office/drawing/2014/main" id="{468D9CEC-53B7-B8DC-B77E-E3F86681879C}"/>
              </a:ext>
            </a:extLst>
          </p:cNvPr>
          <p:cNvSpPr/>
          <p:nvPr userDrawn="1"/>
        </p:nvSpPr>
        <p:spPr>
          <a:xfrm>
            <a:off x="2336512" y="-9525"/>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11">
            <a:extLst>
              <a:ext uri="{FF2B5EF4-FFF2-40B4-BE49-F238E27FC236}">
                <a16:creationId xmlns:a16="http://schemas.microsoft.com/office/drawing/2014/main" id="{9222D4D6-56B1-C4C3-0E51-FB22F0CD902B}"/>
              </a:ext>
            </a:extLst>
          </p:cNvPr>
          <p:cNvSpPr/>
          <p:nvPr userDrawn="1"/>
        </p:nvSpPr>
        <p:spPr>
          <a:xfrm>
            <a:off x="8160084" y="-10376"/>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no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12">
            <a:extLst>
              <a:ext uri="{FF2B5EF4-FFF2-40B4-BE49-F238E27FC236}">
                <a16:creationId xmlns:a16="http://schemas.microsoft.com/office/drawing/2014/main" id="{0E6292F0-9E78-C98C-097B-30DEBBC1B179}"/>
              </a:ext>
            </a:extLst>
          </p:cNvPr>
          <p:cNvSpPr/>
          <p:nvPr userDrawn="1"/>
        </p:nvSpPr>
        <p:spPr>
          <a:xfrm>
            <a:off x="9615216" y="0"/>
            <a:ext cx="1330247" cy="603188"/>
          </a:xfrm>
          <a:custGeom>
            <a:avLst/>
            <a:gdLst>
              <a:gd name="connsiteX0" fmla="*/ 0 w 1911968"/>
              <a:gd name="connsiteY0" fmla="*/ 0 h 866964"/>
              <a:gd name="connsiteX1" fmla="*/ 1911968 w 1911968"/>
              <a:gd name="connsiteY1" fmla="*/ 0 h 866964"/>
              <a:gd name="connsiteX2" fmla="*/ 1911621 w 1911968"/>
              <a:gd name="connsiteY2" fmla="*/ 335832 h 866964"/>
              <a:gd name="connsiteX3" fmla="*/ 956364 w 1911968"/>
              <a:gd name="connsiteY3" fmla="*/ 866964 h 866964"/>
              <a:gd name="connsiteX4" fmla="*/ 0 w 1911968"/>
              <a:gd name="connsiteY4" fmla="*/ 335755 h 8669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1968" h="866964">
                <a:moveTo>
                  <a:pt x="0" y="0"/>
                </a:moveTo>
                <a:lnTo>
                  <a:pt x="1911968" y="0"/>
                </a:lnTo>
                <a:lnTo>
                  <a:pt x="1911621" y="335832"/>
                </a:lnTo>
                <a:lnTo>
                  <a:pt x="956364" y="866964"/>
                </a:lnTo>
                <a:lnTo>
                  <a:pt x="0" y="335755"/>
                </a:lnTo>
                <a:close/>
              </a:path>
            </a:pathLst>
          </a:cu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2">
            <a:extLst>
              <a:ext uri="{FF2B5EF4-FFF2-40B4-BE49-F238E27FC236}">
                <a16:creationId xmlns:a16="http://schemas.microsoft.com/office/drawing/2014/main" id="{315817B3-76DB-FDD0-60F7-E385C0E84F58}"/>
              </a:ext>
            </a:extLst>
          </p:cNvPr>
          <p:cNvSpPr/>
          <p:nvPr userDrawn="1"/>
        </p:nvSpPr>
        <p:spPr>
          <a:xfrm>
            <a:off x="10342958" y="320527"/>
            <a:ext cx="1331054" cy="1502495"/>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Tree>
    <p:extLst>
      <p:ext uri="{BB962C8B-B14F-4D97-AF65-F5344CB8AC3E}">
        <p14:creationId xmlns:p14="http://schemas.microsoft.com/office/powerpoint/2010/main" val="389171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8" name="Title Placeholder 4">
            <a:extLst>
              <a:ext uri="{FF2B5EF4-FFF2-40B4-BE49-F238E27FC236}">
                <a16:creationId xmlns:a16="http://schemas.microsoft.com/office/drawing/2014/main" id="{F73BF8E3-2426-5D65-6582-D4B03C765A5D}"/>
              </a:ext>
            </a:extLst>
          </p:cNvPr>
          <p:cNvSpPr>
            <a:spLocks noGrp="1"/>
          </p:cNvSpPr>
          <p:nvPr>
            <p:ph type="title"/>
          </p:nvPr>
        </p:nvSpPr>
        <p:spPr>
          <a:xfrm>
            <a:off x="6710510" y="2016579"/>
            <a:ext cx="4441188" cy="277585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2" name="Content placeholder 47">
            <a:extLst>
              <a:ext uri="{FF2B5EF4-FFF2-40B4-BE49-F238E27FC236}">
                <a16:creationId xmlns:a16="http://schemas.microsoft.com/office/drawing/2014/main" id="{117BCD91-6BBA-AACD-3424-C3A4E5C1AB1D}"/>
              </a:ext>
            </a:extLst>
          </p:cNvPr>
          <p:cNvSpPr>
            <a:spLocks noGrp="1" noChangeAspect="1"/>
          </p:cNvSpPr>
          <p:nvPr>
            <p:ph type="pic" sz="quarter" idx="48"/>
          </p:nvPr>
        </p:nvSpPr>
        <p:spPr>
          <a:xfrm>
            <a:off x="914400" y="539496"/>
            <a:ext cx="5025207" cy="5779008"/>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txBody>
          <a:bodyPr anchor="ctr">
            <a:noAutofit/>
          </a:bodyPr>
          <a:lstStyle>
            <a:lvl1pPr marL="0" indent="0" algn="ctr">
              <a:buNone/>
              <a:defRPr>
                <a:solidFill>
                  <a:schemeClr val="bg1"/>
                </a:solidFill>
              </a:defRPr>
            </a:lvl1pPr>
          </a:lstStyle>
          <a:p>
            <a:r>
              <a:rPr lang="en-US" altLang="zh-CN" noProof="0"/>
              <a:t>Click icon to add picture</a:t>
            </a:r>
            <a:endParaRPr lang="en-US" altLang="zh-CN" noProof="0" dirty="0"/>
          </a:p>
        </p:txBody>
      </p:sp>
      <p:pic>
        <p:nvPicPr>
          <p:cNvPr id="7" name="Shape 33">
            <a:extLst>
              <a:ext uri="{FF2B5EF4-FFF2-40B4-BE49-F238E27FC236}">
                <a16:creationId xmlns:a16="http://schemas.microsoft.com/office/drawing/2014/main" id="{78B6A20E-2402-E586-7E92-A2C0D0B854D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a:fillRect/>
          </a:stretch>
        </p:blipFill>
        <p:spPr>
          <a:xfrm>
            <a:off x="352010" y="4038403"/>
            <a:ext cx="1438713" cy="1645920"/>
          </a:xfrm>
          <a:custGeom>
            <a:avLst/>
            <a:gdLst>
              <a:gd name="connsiteX0" fmla="*/ 0 w 4816475"/>
              <a:gd name="connsiteY0" fmla="*/ 2407444 h 4814888"/>
              <a:gd name="connsiteX1" fmla="*/ 1203722 w 4816475"/>
              <a:gd name="connsiteY1" fmla="*/ 1 h 4814888"/>
              <a:gd name="connsiteX2" fmla="*/ 3612753 w 4816475"/>
              <a:gd name="connsiteY2" fmla="*/ 1 h 4814888"/>
              <a:gd name="connsiteX3" fmla="*/ 4816475 w 4816475"/>
              <a:gd name="connsiteY3" fmla="*/ 2407444 h 4814888"/>
              <a:gd name="connsiteX4" fmla="*/ 3612753 w 4816475"/>
              <a:gd name="connsiteY4" fmla="*/ 4814887 h 4814888"/>
              <a:gd name="connsiteX5" fmla="*/ 1203722 w 4816475"/>
              <a:gd name="connsiteY5" fmla="*/ 4814887 h 4814888"/>
              <a:gd name="connsiteX6" fmla="*/ 0 w 4816475"/>
              <a:gd name="connsiteY6" fmla="*/ 2407444 h 4814888"/>
              <a:gd name="connsiteX0" fmla="*/ 0 w 4816475"/>
              <a:gd name="connsiteY0" fmla="*/ 2407443 h 4814886"/>
              <a:gd name="connsiteX1" fmla="*/ 2199402 w 4816475"/>
              <a:gd name="connsiteY1" fmla="*/ 243840 h 4814886"/>
              <a:gd name="connsiteX2" fmla="*/ 3612753 w 4816475"/>
              <a:gd name="connsiteY2" fmla="*/ 0 h 4814886"/>
              <a:gd name="connsiteX3" fmla="*/ 4816475 w 4816475"/>
              <a:gd name="connsiteY3" fmla="*/ 2407443 h 4814886"/>
              <a:gd name="connsiteX4" fmla="*/ 3612753 w 4816475"/>
              <a:gd name="connsiteY4" fmla="*/ 4814886 h 4814886"/>
              <a:gd name="connsiteX5" fmla="*/ 1203722 w 4816475"/>
              <a:gd name="connsiteY5" fmla="*/ 4814886 h 4814886"/>
              <a:gd name="connsiteX6" fmla="*/ 0 w 4816475"/>
              <a:gd name="connsiteY6" fmla="*/ 2407443 h 4814886"/>
              <a:gd name="connsiteX0" fmla="*/ 0 w 4816475"/>
              <a:gd name="connsiteY0" fmla="*/ 2163603 h 4571046"/>
              <a:gd name="connsiteX1" fmla="*/ 2199402 w 4816475"/>
              <a:gd name="connsiteY1" fmla="*/ 0 h 4571046"/>
              <a:gd name="connsiteX2" fmla="*/ 4608433 w 4816475"/>
              <a:gd name="connsiteY2" fmla="*/ 721360 h 4571046"/>
              <a:gd name="connsiteX3" fmla="*/ 4816475 w 4816475"/>
              <a:gd name="connsiteY3" fmla="*/ 2163603 h 4571046"/>
              <a:gd name="connsiteX4" fmla="*/ 3612753 w 4816475"/>
              <a:gd name="connsiteY4" fmla="*/ 4571046 h 4571046"/>
              <a:gd name="connsiteX5" fmla="*/ 1203722 w 4816475"/>
              <a:gd name="connsiteY5" fmla="*/ 4571046 h 4571046"/>
              <a:gd name="connsiteX6" fmla="*/ 0 w 4816475"/>
              <a:gd name="connsiteY6" fmla="*/ 2163603 h 4571046"/>
              <a:gd name="connsiteX0" fmla="*/ 0 w 4958715"/>
              <a:gd name="connsiteY0" fmla="*/ 2163603 h 4571046"/>
              <a:gd name="connsiteX1" fmla="*/ 2199402 w 4958715"/>
              <a:gd name="connsiteY1" fmla="*/ 0 h 4571046"/>
              <a:gd name="connsiteX2" fmla="*/ 4608433 w 4958715"/>
              <a:gd name="connsiteY2" fmla="*/ 721360 h 4571046"/>
              <a:gd name="connsiteX3" fmla="*/ 4958715 w 4958715"/>
              <a:gd name="connsiteY3" fmla="*/ 2803683 h 4571046"/>
              <a:gd name="connsiteX4" fmla="*/ 3612753 w 4958715"/>
              <a:gd name="connsiteY4" fmla="*/ 4571046 h 4571046"/>
              <a:gd name="connsiteX5" fmla="*/ 1203722 w 4958715"/>
              <a:gd name="connsiteY5" fmla="*/ 4571046 h 4571046"/>
              <a:gd name="connsiteX6" fmla="*/ 0 w 4958715"/>
              <a:gd name="connsiteY6" fmla="*/ 2163603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1161050 w 4916043"/>
              <a:gd name="connsiteY5" fmla="*/ 4571046 h 4571046"/>
              <a:gd name="connsiteX6" fmla="*/ 0 w 4916043"/>
              <a:gd name="connsiteY6" fmla="*/ 1273587 h 4571046"/>
              <a:gd name="connsiteX0" fmla="*/ 0 w 4916043"/>
              <a:gd name="connsiteY0" fmla="*/ 1273587 h 4571046"/>
              <a:gd name="connsiteX1" fmla="*/ 2156730 w 4916043"/>
              <a:gd name="connsiteY1" fmla="*/ 0 h 4571046"/>
              <a:gd name="connsiteX2" fmla="*/ 4565761 w 4916043"/>
              <a:gd name="connsiteY2" fmla="*/ 721360 h 4571046"/>
              <a:gd name="connsiteX3" fmla="*/ 4916043 w 4916043"/>
              <a:gd name="connsiteY3" fmla="*/ 2803683 h 4571046"/>
              <a:gd name="connsiteX4" fmla="*/ 3570081 w 4916043"/>
              <a:gd name="connsiteY4" fmla="*/ 4571046 h 4571046"/>
              <a:gd name="connsiteX5" fmla="*/ 21098 w 4916043"/>
              <a:gd name="connsiteY5" fmla="*/ 3815142 h 4571046"/>
              <a:gd name="connsiteX6" fmla="*/ 0 w 4916043"/>
              <a:gd name="connsiteY6" fmla="*/ 1273587 h 4571046"/>
              <a:gd name="connsiteX0" fmla="*/ 0 w 4916043"/>
              <a:gd name="connsiteY0" fmla="*/ 1273587 h 5066346"/>
              <a:gd name="connsiteX1" fmla="*/ 2156730 w 4916043"/>
              <a:gd name="connsiteY1" fmla="*/ 0 h 5066346"/>
              <a:gd name="connsiteX2" fmla="*/ 4565761 w 4916043"/>
              <a:gd name="connsiteY2" fmla="*/ 721360 h 5066346"/>
              <a:gd name="connsiteX3" fmla="*/ 4916043 w 4916043"/>
              <a:gd name="connsiteY3" fmla="*/ 2803683 h 5066346"/>
              <a:gd name="connsiteX4" fmla="*/ 2236581 w 4916043"/>
              <a:gd name="connsiteY4" fmla="*/ 5066346 h 5066346"/>
              <a:gd name="connsiteX5" fmla="*/ 21098 w 4916043"/>
              <a:gd name="connsiteY5" fmla="*/ 3815142 h 5066346"/>
              <a:gd name="connsiteX6" fmla="*/ 0 w 4916043"/>
              <a:gd name="connsiteY6" fmla="*/ 1273587 h 5066346"/>
              <a:gd name="connsiteX0" fmla="*/ 0 w 4565761"/>
              <a:gd name="connsiteY0" fmla="*/ 1273587 h 5066346"/>
              <a:gd name="connsiteX1" fmla="*/ 2156730 w 4565761"/>
              <a:gd name="connsiteY1" fmla="*/ 0 h 5066346"/>
              <a:gd name="connsiteX2" fmla="*/ 4565761 w 4565761"/>
              <a:gd name="connsiteY2" fmla="*/ 721360 h 5066346"/>
              <a:gd name="connsiteX3" fmla="*/ 4405503 w 4565761"/>
              <a:gd name="connsiteY3" fmla="*/ 3801903 h 5066346"/>
              <a:gd name="connsiteX4" fmla="*/ 2236581 w 4565761"/>
              <a:gd name="connsiteY4" fmla="*/ 5066346 h 5066346"/>
              <a:gd name="connsiteX5" fmla="*/ 21098 w 4565761"/>
              <a:gd name="connsiteY5" fmla="*/ 3815142 h 5066346"/>
              <a:gd name="connsiteX6" fmla="*/ 0 w 4565761"/>
              <a:gd name="connsiteY6" fmla="*/ 1273587 h 5066346"/>
              <a:gd name="connsiteX0" fmla="*/ 0 w 4405503"/>
              <a:gd name="connsiteY0" fmla="*/ 1273587 h 5066346"/>
              <a:gd name="connsiteX1" fmla="*/ 2156730 w 4405503"/>
              <a:gd name="connsiteY1" fmla="*/ 0 h 5066346"/>
              <a:gd name="connsiteX2" fmla="*/ 4398121 w 4405503"/>
              <a:gd name="connsiteY2" fmla="*/ 1277620 h 5066346"/>
              <a:gd name="connsiteX3" fmla="*/ 4405503 w 4405503"/>
              <a:gd name="connsiteY3" fmla="*/ 3801903 h 5066346"/>
              <a:gd name="connsiteX4" fmla="*/ 2236581 w 4405503"/>
              <a:gd name="connsiteY4" fmla="*/ 5066346 h 5066346"/>
              <a:gd name="connsiteX5" fmla="*/ 21098 w 4405503"/>
              <a:gd name="connsiteY5" fmla="*/ 3815142 h 5066346"/>
              <a:gd name="connsiteX6" fmla="*/ 0 w 4405503"/>
              <a:gd name="connsiteY6" fmla="*/ 1273587 h 50663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5503" h="5066346">
                <a:moveTo>
                  <a:pt x="0" y="1273587"/>
                </a:moveTo>
                <a:lnTo>
                  <a:pt x="2156730" y="0"/>
                </a:lnTo>
                <a:lnTo>
                  <a:pt x="4398121" y="1277620"/>
                </a:lnTo>
                <a:cubicBezTo>
                  <a:pt x="4400582" y="2119048"/>
                  <a:pt x="4403042" y="2960475"/>
                  <a:pt x="4405503" y="3801903"/>
                </a:cubicBezTo>
                <a:lnTo>
                  <a:pt x="2236581" y="5066346"/>
                </a:lnTo>
                <a:lnTo>
                  <a:pt x="21098" y="3815142"/>
                </a:lnTo>
                <a:lnTo>
                  <a:pt x="0" y="1273587"/>
                </a:lnTo>
                <a:close/>
              </a:path>
            </a:pathLst>
          </a:custGeom>
        </p:spPr>
      </p:pic>
      <p:sp>
        <p:nvSpPr>
          <p:cNvPr id="3" name="Freeform: Shape 11">
            <a:extLst>
              <a:ext uri="{FF2B5EF4-FFF2-40B4-BE49-F238E27FC236}">
                <a16:creationId xmlns:a16="http://schemas.microsoft.com/office/drawing/2014/main" id="{20E24AA2-A4D8-FFB3-C801-0E57990B8CB6}"/>
              </a:ext>
            </a:extLst>
          </p:cNvPr>
          <p:cNvSpPr/>
          <p:nvPr userDrawn="1"/>
        </p:nvSpPr>
        <p:spPr>
          <a:xfrm>
            <a:off x="1360235" y="5541405"/>
            <a:ext cx="663381" cy="75892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98682" h="5032188">
                <a:moveTo>
                  <a:pt x="2187388" y="0"/>
                </a:moveTo>
                <a:lnTo>
                  <a:pt x="4386729" y="1261035"/>
                </a:lnTo>
                <a:cubicBezTo>
                  <a:pt x="4390713" y="2103718"/>
                  <a:pt x="4394698" y="2946400"/>
                  <a:pt x="4398682" y="3789083"/>
                </a:cubicBezTo>
                <a:lnTo>
                  <a:pt x="2193365" y="5032188"/>
                </a:lnTo>
                <a:lnTo>
                  <a:pt x="0" y="3783106"/>
                </a:lnTo>
                <a:lnTo>
                  <a:pt x="0" y="1267012"/>
                </a:lnTo>
                <a:lnTo>
                  <a:pt x="2187388" y="0"/>
                </a:lnTo>
                <a:close/>
              </a:path>
            </a:pathLst>
          </a:custGeom>
          <a:solidFill>
            <a:schemeClr val="accent1">
              <a:lumMod val="60000"/>
              <a:lumOff val="40000"/>
            </a:schemeClr>
          </a:solidFill>
          <a:ln w="12700" cap="flat" cmpd="sng" algn="ctr">
            <a:noFill/>
            <a:prstDash val="solid"/>
            <a:miter lim="800000"/>
          </a:ln>
          <a:effectLst/>
        </p:spPr>
        <p:txBody>
          <a:bodyPr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Posterama Text SemiBold"/>
              <a:ea typeface="+mn-ea"/>
              <a:cs typeface="+mn-cs"/>
            </a:endParaRPr>
          </a:p>
        </p:txBody>
      </p:sp>
      <p:sp>
        <p:nvSpPr>
          <p:cNvPr id="9" name="Freeform: Shape 5">
            <a:extLst>
              <a:ext uri="{FF2B5EF4-FFF2-40B4-BE49-F238E27FC236}">
                <a16:creationId xmlns:a16="http://schemas.microsoft.com/office/drawing/2014/main" id="{1FEC53F3-5030-5BCF-54CA-ABB14457C073}"/>
              </a:ext>
            </a:extLst>
          </p:cNvPr>
          <p:cNvSpPr/>
          <p:nvPr userDrawn="1"/>
        </p:nvSpPr>
        <p:spPr>
          <a:xfrm>
            <a:off x="5429027" y="393334"/>
            <a:ext cx="1244907" cy="1405252"/>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noProof="0" dirty="0"/>
          </a:p>
        </p:txBody>
      </p:sp>
    </p:spTree>
    <p:extLst>
      <p:ext uri="{BB962C8B-B14F-4D97-AF65-F5344CB8AC3E}">
        <p14:creationId xmlns:p14="http://schemas.microsoft.com/office/powerpoint/2010/main" val="34077113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86721E85-C7DE-A05F-D33D-97CAF161E33A}"/>
              </a:ext>
            </a:extLst>
          </p:cNvPr>
          <p:cNvSpPr/>
          <p:nvPr userDrawn="1"/>
        </p:nvSpPr>
        <p:spPr>
          <a:xfrm>
            <a:off x="0" y="2860787"/>
            <a:ext cx="2004570" cy="3676532"/>
          </a:xfrm>
          <a:custGeom>
            <a:avLst/>
            <a:gdLst>
              <a:gd name="connsiteX0" fmla="*/ 417538 w 2004570"/>
              <a:gd name="connsiteY0" fmla="*/ 0 h 3676532"/>
              <a:gd name="connsiteX1" fmla="*/ 2004570 w 2004570"/>
              <a:gd name="connsiteY1" fmla="*/ 925683 h 3676532"/>
              <a:gd name="connsiteX2" fmla="*/ 2004570 w 2004570"/>
              <a:gd name="connsiteY2" fmla="*/ 2763949 h 3676532"/>
              <a:gd name="connsiteX3" fmla="*/ 413202 w 2004570"/>
              <a:gd name="connsiteY3" fmla="*/ 3676532 h 3676532"/>
              <a:gd name="connsiteX4" fmla="*/ 0 w 2004570"/>
              <a:gd name="connsiteY4" fmla="*/ 3439338 h 3676532"/>
              <a:gd name="connsiteX5" fmla="*/ 0 w 2004570"/>
              <a:gd name="connsiteY5" fmla="*/ 241075 h 3676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4570" h="3676532">
                <a:moveTo>
                  <a:pt x="417538" y="0"/>
                </a:moveTo>
                <a:lnTo>
                  <a:pt x="2004570" y="925683"/>
                </a:lnTo>
                <a:lnTo>
                  <a:pt x="2004570" y="2763949"/>
                </a:lnTo>
                <a:lnTo>
                  <a:pt x="413202" y="3676532"/>
                </a:lnTo>
                <a:lnTo>
                  <a:pt x="0" y="3439338"/>
                </a:lnTo>
                <a:lnTo>
                  <a:pt x="0" y="241075"/>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2BA5A58B-9440-7DAB-E7D7-3143B049FBAC}"/>
              </a:ext>
            </a:extLst>
          </p:cNvPr>
          <p:cNvSpPr/>
          <p:nvPr userDrawn="1"/>
        </p:nvSpPr>
        <p:spPr>
          <a:xfrm flipH="1">
            <a:off x="657773" y="5253270"/>
            <a:ext cx="1710765" cy="1621875"/>
          </a:xfrm>
          <a:custGeom>
            <a:avLst/>
            <a:gdLst>
              <a:gd name="connsiteX0" fmla="*/ 852873 w 1710765"/>
              <a:gd name="connsiteY0" fmla="*/ 0 h 1593273"/>
              <a:gd name="connsiteX1" fmla="*/ 0 w 1710765"/>
              <a:gd name="connsiteY1" fmla="*/ 494134 h 1593273"/>
              <a:gd name="connsiteX2" fmla="*/ 0 w 1710765"/>
              <a:gd name="connsiteY2" fmla="*/ 1475410 h 1593273"/>
              <a:gd name="connsiteX3" fmla="*/ 206916 w 1710765"/>
              <a:gd name="connsiteY3" fmla="*/ 1593273 h 1593273"/>
              <a:gd name="connsiteX4" fmla="*/ 1502835 w 1710765"/>
              <a:gd name="connsiteY4" fmla="*/ 1593273 h 1593273"/>
              <a:gd name="connsiteX5" fmla="*/ 1709418 w 1710765"/>
              <a:gd name="connsiteY5" fmla="*/ 1475480 h 1593273"/>
              <a:gd name="connsiteX6" fmla="*/ 1710407 w 1710765"/>
              <a:gd name="connsiteY6" fmla="*/ 491803 h 1593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0765" h="1593273">
                <a:moveTo>
                  <a:pt x="852873" y="0"/>
                </a:moveTo>
                <a:lnTo>
                  <a:pt x="0" y="494134"/>
                </a:lnTo>
                <a:lnTo>
                  <a:pt x="0" y="1475410"/>
                </a:lnTo>
                <a:lnTo>
                  <a:pt x="206916" y="1593273"/>
                </a:lnTo>
                <a:lnTo>
                  <a:pt x="1502835" y="1593273"/>
                </a:lnTo>
                <a:lnTo>
                  <a:pt x="1709418" y="1475480"/>
                </a:lnTo>
                <a:cubicBezTo>
                  <a:pt x="1707864" y="1146834"/>
                  <a:pt x="1711961" y="820449"/>
                  <a:pt x="1710407" y="491803"/>
                </a:cubicBezTo>
                <a:close/>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Freeform: Shape 24">
            <a:extLst>
              <a:ext uri="{FF2B5EF4-FFF2-40B4-BE49-F238E27FC236}">
                <a16:creationId xmlns:a16="http://schemas.microsoft.com/office/drawing/2014/main" id="{A23F9759-CF52-CE45-5E22-9678534685A7}"/>
              </a:ext>
            </a:extLst>
          </p:cNvPr>
          <p:cNvSpPr/>
          <p:nvPr userDrawn="1"/>
        </p:nvSpPr>
        <p:spPr>
          <a:xfrm flipH="1">
            <a:off x="2275432" y="4699053"/>
            <a:ext cx="668814" cy="784693"/>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6" name="Title 5">
            <a:extLst>
              <a:ext uri="{FF2B5EF4-FFF2-40B4-BE49-F238E27FC236}">
                <a16:creationId xmlns:a16="http://schemas.microsoft.com/office/drawing/2014/main" id="{5D84FCC1-368D-680C-31AA-597C3AAF4232}"/>
              </a:ext>
            </a:extLst>
          </p:cNvPr>
          <p:cNvSpPr>
            <a:spLocks noGrp="1"/>
          </p:cNvSpPr>
          <p:nvPr>
            <p:ph type="title"/>
          </p:nvPr>
        </p:nvSpPr>
        <p:spPr>
          <a:xfrm>
            <a:off x="3465576" y="1499616"/>
            <a:ext cx="7955280" cy="1335024"/>
          </a:xfrm>
        </p:spPr>
        <p:txBody>
          <a:bodyPr anchor="b">
            <a:normAutofit/>
          </a:bodyPr>
          <a:lstStyle>
            <a:lvl1pPr>
              <a:defRPr sz="3600"/>
            </a:lvl1pPr>
          </a:lstStyle>
          <a:p>
            <a:r>
              <a:rPr lang="en-US"/>
              <a:t>Click to edit Master title style</a:t>
            </a:r>
            <a:endParaRPr lang="en-US" dirty="0"/>
          </a:p>
        </p:txBody>
      </p:sp>
      <p:sp>
        <p:nvSpPr>
          <p:cNvPr id="4" name="Content Placeholder 2">
            <a:extLst>
              <a:ext uri="{FF2B5EF4-FFF2-40B4-BE49-F238E27FC236}">
                <a16:creationId xmlns:a16="http://schemas.microsoft.com/office/drawing/2014/main" id="{6FFF81D2-C0B4-3B82-8DF6-D10CC07C441C}"/>
              </a:ext>
            </a:extLst>
          </p:cNvPr>
          <p:cNvSpPr>
            <a:spLocks noGrp="1"/>
          </p:cNvSpPr>
          <p:nvPr>
            <p:ph idx="14"/>
          </p:nvPr>
        </p:nvSpPr>
        <p:spPr>
          <a:xfrm>
            <a:off x="3465576" y="3108960"/>
            <a:ext cx="4572000" cy="3108960"/>
          </a:xfrm>
        </p:spPr>
        <p:txBody>
          <a:bodyPr/>
          <a:lstStyle>
            <a:lvl1pPr marL="512064" indent="-512064">
              <a:buFont typeface="+mj-lt"/>
              <a:buAutoNum type="arabicPeriod"/>
              <a:defRPr sz="1800"/>
            </a:lvl1pPr>
            <a:lvl2pPr marL="1097280" indent="-512064">
              <a:buFont typeface="+mj-lt"/>
              <a:buAutoNum type="alphaLcPeriod"/>
              <a:defRPr sz="1800"/>
            </a:lvl2pPr>
            <a:lvl3pPr marL="1645920" indent="-512064">
              <a:buFont typeface="+mj-lt"/>
              <a:buAutoNum type="romanLcPeriod"/>
              <a:defRPr sz="1800"/>
            </a:lvl3pPr>
            <a:lvl4pPr marL="2194560" indent="-512064">
              <a:buFont typeface="+mj-lt"/>
              <a:buAutoNum type="arabicParen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2">
            <a:extLst>
              <a:ext uri="{FF2B5EF4-FFF2-40B4-BE49-F238E27FC236}">
                <a16:creationId xmlns:a16="http://schemas.microsoft.com/office/drawing/2014/main" id="{F190F721-56C7-251D-948D-117696095C32}"/>
              </a:ext>
            </a:extLst>
          </p:cNvPr>
          <p:cNvSpPr>
            <a:spLocks noGrp="1"/>
          </p:cNvSpPr>
          <p:nvPr>
            <p:ph idx="1"/>
          </p:nvPr>
        </p:nvSpPr>
        <p:spPr>
          <a:xfrm>
            <a:off x="8229600" y="3108960"/>
            <a:ext cx="3017520" cy="3108960"/>
          </a:xfrm>
        </p:spPr>
        <p:txBody>
          <a:bodyPr/>
          <a:lstStyle>
            <a:lvl1pPr marL="0" indent="0">
              <a:lnSpc>
                <a:spcPct val="100000"/>
              </a:lnSpc>
              <a:spcBef>
                <a:spcPts val="0"/>
              </a:spcBef>
              <a:spcAft>
                <a:spcPts val="600"/>
              </a:spcAft>
              <a:buNone/>
              <a:defRPr sz="1800"/>
            </a:lvl1pPr>
            <a:lvl2pPr>
              <a:lnSpc>
                <a:spcPct val="100000"/>
              </a:lnSpc>
              <a:spcBef>
                <a:spcPts val="0"/>
              </a:spcBef>
              <a:spcAft>
                <a:spcPts val="600"/>
              </a:spcAft>
              <a:defRPr sz="1800"/>
            </a:lvl2pPr>
            <a:lvl3pPr>
              <a:lnSpc>
                <a:spcPct val="100000"/>
              </a:lnSpc>
              <a:spcBef>
                <a:spcPts val="0"/>
              </a:spcBef>
              <a:spcAft>
                <a:spcPts val="600"/>
              </a:spcAft>
              <a:defRPr sz="1800"/>
            </a:lvl3pPr>
            <a:lvl4pPr>
              <a:lnSpc>
                <a:spcPct val="100000"/>
              </a:lnSpc>
              <a:spcBef>
                <a:spcPts val="0"/>
              </a:spcBef>
              <a:spcAft>
                <a:spcPts val="600"/>
              </a:spcAft>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Footer Placeholder 7">
            <a:extLst>
              <a:ext uri="{FF2B5EF4-FFF2-40B4-BE49-F238E27FC236}">
                <a16:creationId xmlns:a16="http://schemas.microsoft.com/office/drawing/2014/main" id="{6C94E8A0-C02C-2322-50C1-50080A793F84}"/>
              </a:ext>
            </a:extLst>
          </p:cNvPr>
          <p:cNvSpPr>
            <a:spLocks noGrp="1"/>
          </p:cNvSpPr>
          <p:nvPr>
            <p:ph type="ftr" sz="quarter" idx="41"/>
          </p:nvPr>
        </p:nvSpPr>
        <p:spPr>
          <a:xfrm>
            <a:off x="3465576" y="6217920"/>
            <a:ext cx="4114800" cy="365125"/>
          </a:xfrm>
        </p:spPr>
        <p:txBody>
          <a:bodyPr/>
          <a:lstStyle/>
          <a:p>
            <a:endParaRPr lang="en-US" noProof="0" dirty="0"/>
          </a:p>
        </p:txBody>
      </p:sp>
      <p:sp>
        <p:nvSpPr>
          <p:cNvPr id="5" name="Slide Number Placeholder 4">
            <a:extLst>
              <a:ext uri="{FF2B5EF4-FFF2-40B4-BE49-F238E27FC236}">
                <a16:creationId xmlns:a16="http://schemas.microsoft.com/office/drawing/2014/main" id="{2446A453-65E1-B688-A3F9-EA0AA347DDEA}"/>
              </a:ext>
            </a:extLst>
          </p:cNvPr>
          <p:cNvSpPr>
            <a:spLocks noGrp="1"/>
          </p:cNvSpPr>
          <p:nvPr>
            <p:ph type="sldNum" sz="quarter" idx="40"/>
          </p:nvPr>
        </p:nvSpPr>
        <p:spPr/>
        <p:txBody>
          <a:bodyPr>
            <a:noAutofit/>
          </a:bodyPr>
          <a:lstStyle/>
          <a:p>
            <a:fld id="{47FEACEE-25B4-4A2D-B147-27296E36371D}" type="slidenum">
              <a:rPr lang="en-US" altLang="zh-CN" noProof="0" smtClean="0"/>
              <a:pPr/>
              <a:t>‹#›</a:t>
            </a:fld>
            <a:endParaRPr lang="en-US" altLang="zh-CN" noProof="0" dirty="0"/>
          </a:p>
        </p:txBody>
      </p:sp>
      <p:sp>
        <p:nvSpPr>
          <p:cNvPr id="2" name="Freeform: Shape 12">
            <a:extLst>
              <a:ext uri="{FF2B5EF4-FFF2-40B4-BE49-F238E27FC236}">
                <a16:creationId xmlns:a16="http://schemas.microsoft.com/office/drawing/2014/main" id="{0750FD92-E143-4402-D455-30DC417CBDBE}"/>
              </a:ext>
            </a:extLst>
          </p:cNvPr>
          <p:cNvSpPr/>
          <p:nvPr userDrawn="1"/>
        </p:nvSpPr>
        <p:spPr>
          <a:xfrm>
            <a:off x="1198465" y="958947"/>
            <a:ext cx="1544735" cy="1743698"/>
          </a:xfrm>
          <a:custGeom>
            <a:avLst/>
            <a:gdLst>
              <a:gd name="connsiteX0" fmla="*/ 2187388 w 4398682"/>
              <a:gd name="connsiteY0" fmla="*/ 0 h 5032188"/>
              <a:gd name="connsiteX1" fmla="*/ 4386729 w 4398682"/>
              <a:gd name="connsiteY1" fmla="*/ 1261035 h 5032188"/>
              <a:gd name="connsiteX2" fmla="*/ 4398682 w 4398682"/>
              <a:gd name="connsiteY2" fmla="*/ 3789083 h 5032188"/>
              <a:gd name="connsiteX3" fmla="*/ 2193365 w 4398682"/>
              <a:gd name="connsiteY3" fmla="*/ 5032188 h 5032188"/>
              <a:gd name="connsiteX4" fmla="*/ 0 w 4398682"/>
              <a:gd name="connsiteY4" fmla="*/ 3783106 h 5032188"/>
              <a:gd name="connsiteX5" fmla="*/ 0 w 4398682"/>
              <a:gd name="connsiteY5" fmla="*/ 1267012 h 5032188"/>
              <a:gd name="connsiteX6" fmla="*/ 2187388 w 4398682"/>
              <a:gd name="connsiteY6" fmla="*/ 0 h 5032188"/>
              <a:gd name="connsiteX0" fmla="*/ 2187388 w 4387647"/>
              <a:gd name="connsiteY0" fmla="*/ 0 h 5032188"/>
              <a:gd name="connsiteX1" fmla="*/ 4386729 w 4387647"/>
              <a:gd name="connsiteY1" fmla="*/ 1261035 h 5032188"/>
              <a:gd name="connsiteX2" fmla="*/ 4384192 w 4387647"/>
              <a:gd name="connsiteY2" fmla="*/ 3783287 h 5032188"/>
              <a:gd name="connsiteX3" fmla="*/ 2193365 w 4387647"/>
              <a:gd name="connsiteY3" fmla="*/ 5032188 h 5032188"/>
              <a:gd name="connsiteX4" fmla="*/ 0 w 4387647"/>
              <a:gd name="connsiteY4" fmla="*/ 3783106 h 5032188"/>
              <a:gd name="connsiteX5" fmla="*/ 0 w 4387647"/>
              <a:gd name="connsiteY5" fmla="*/ 1267012 h 5032188"/>
              <a:gd name="connsiteX6" fmla="*/ 2187388 w 4387647"/>
              <a:gd name="connsiteY6" fmla="*/ 0 h 5032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87647" h="5032188">
                <a:moveTo>
                  <a:pt x="2187388" y="0"/>
                </a:moveTo>
                <a:lnTo>
                  <a:pt x="4386729" y="1261035"/>
                </a:lnTo>
                <a:cubicBezTo>
                  <a:pt x="4390713" y="2103718"/>
                  <a:pt x="4380208" y="2940604"/>
                  <a:pt x="4384192" y="3783287"/>
                </a:cubicBezTo>
                <a:lnTo>
                  <a:pt x="2193365" y="5032188"/>
                </a:lnTo>
                <a:lnTo>
                  <a:pt x="0" y="3783106"/>
                </a:lnTo>
                <a:lnTo>
                  <a:pt x="0" y="1267012"/>
                </a:lnTo>
                <a:lnTo>
                  <a:pt x="2187388" y="0"/>
                </a:lnTo>
                <a:close/>
              </a:path>
            </a:pathLst>
          </a:custGeom>
          <a:noFill/>
          <a:ln w="190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noProof="0" dirty="0"/>
          </a:p>
        </p:txBody>
      </p:sp>
      <p:sp>
        <p:nvSpPr>
          <p:cNvPr id="29" name="Freeform 28">
            <a:extLst>
              <a:ext uri="{FF2B5EF4-FFF2-40B4-BE49-F238E27FC236}">
                <a16:creationId xmlns:a16="http://schemas.microsoft.com/office/drawing/2014/main" id="{6B13E9E2-D67B-E75B-D60D-CE3782A4FC67}"/>
              </a:ext>
            </a:extLst>
          </p:cNvPr>
          <p:cNvSpPr/>
          <p:nvPr userDrawn="1"/>
        </p:nvSpPr>
        <p:spPr>
          <a:xfrm>
            <a:off x="326738" y="0"/>
            <a:ext cx="1544359" cy="1254845"/>
          </a:xfrm>
          <a:custGeom>
            <a:avLst/>
            <a:gdLst>
              <a:gd name="connsiteX0" fmla="*/ 0 w 1544359"/>
              <a:gd name="connsiteY0" fmla="*/ 0 h 1254845"/>
              <a:gd name="connsiteX1" fmla="*/ 1544359 w 1544359"/>
              <a:gd name="connsiteY1" fmla="*/ 0 h 1254845"/>
              <a:gd name="connsiteX2" fmla="*/ 1543519 w 1544359"/>
              <a:gd name="connsiteY2" fmla="*/ 822090 h 1254845"/>
              <a:gd name="connsiteX3" fmla="*/ 772206 w 1544359"/>
              <a:gd name="connsiteY3" fmla="*/ 1254845 h 1254845"/>
              <a:gd name="connsiteX4" fmla="*/ 0 w 1544359"/>
              <a:gd name="connsiteY4" fmla="*/ 822027 h 12548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44359" h="1254845">
                <a:moveTo>
                  <a:pt x="0" y="0"/>
                </a:moveTo>
                <a:lnTo>
                  <a:pt x="1544359" y="0"/>
                </a:lnTo>
                <a:lnTo>
                  <a:pt x="1543519" y="822090"/>
                </a:lnTo>
                <a:lnTo>
                  <a:pt x="772206" y="1254845"/>
                </a:lnTo>
                <a:lnTo>
                  <a:pt x="0" y="822027"/>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621137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04">
    <p:spTree>
      <p:nvGrpSpPr>
        <p:cNvPr id="1" name=""/>
        <p:cNvGrpSpPr/>
        <p:nvPr/>
      </p:nvGrpSpPr>
      <p:grpSpPr>
        <a:xfrm>
          <a:off x="0" y="0"/>
          <a:ext cx="0" cy="0"/>
          <a:chOff x="0" y="0"/>
          <a:chExt cx="0" cy="0"/>
        </a:xfrm>
      </p:grpSpPr>
      <p:sp>
        <p:nvSpPr>
          <p:cNvPr id="47" name="Freeform 46">
            <a:extLst>
              <a:ext uri="{FF2B5EF4-FFF2-40B4-BE49-F238E27FC236}">
                <a16:creationId xmlns:a16="http://schemas.microsoft.com/office/drawing/2014/main" id="{39B50CEE-D9F9-B5CD-C274-BEAA5EAB37E3}"/>
              </a:ext>
            </a:extLst>
          </p:cNvPr>
          <p:cNvSpPr/>
          <p:nvPr userDrawn="1"/>
        </p:nvSpPr>
        <p:spPr>
          <a:xfrm>
            <a:off x="410352" y="12435"/>
            <a:ext cx="1455521" cy="1019127"/>
          </a:xfrm>
          <a:custGeom>
            <a:avLst/>
            <a:gdLst>
              <a:gd name="connsiteX0" fmla="*/ 219223 w 1455521"/>
              <a:gd name="connsiteY0" fmla="*/ 0 h 1019127"/>
              <a:gd name="connsiteX1" fmla="*/ 1236298 w 1455521"/>
              <a:gd name="connsiteY1" fmla="*/ 0 h 1019127"/>
              <a:gd name="connsiteX2" fmla="*/ 1455521 w 1455521"/>
              <a:gd name="connsiteY2" fmla="*/ 385779 h 1019127"/>
              <a:gd name="connsiteX3" fmla="*/ 1095615 w 1455521"/>
              <a:gd name="connsiteY3" fmla="*/ 1019127 h 1019127"/>
              <a:gd name="connsiteX4" fmla="*/ 359906 w 1455521"/>
              <a:gd name="connsiteY4" fmla="*/ 1019127 h 1019127"/>
              <a:gd name="connsiteX5" fmla="*/ 0 w 1455521"/>
              <a:gd name="connsiteY5" fmla="*/ 385779 h 1019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1019127">
                <a:moveTo>
                  <a:pt x="219223" y="0"/>
                </a:moveTo>
                <a:lnTo>
                  <a:pt x="1236298" y="0"/>
                </a:lnTo>
                <a:lnTo>
                  <a:pt x="1455521" y="385779"/>
                </a:lnTo>
                <a:lnTo>
                  <a:pt x="1095615" y="1019127"/>
                </a:lnTo>
                <a:lnTo>
                  <a:pt x="359906" y="1019127"/>
                </a:lnTo>
                <a:lnTo>
                  <a:pt x="0" y="385779"/>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Hexagon 15">
            <a:extLst>
              <a:ext uri="{FF2B5EF4-FFF2-40B4-BE49-F238E27FC236}">
                <a16:creationId xmlns:a16="http://schemas.microsoft.com/office/drawing/2014/main" id="{93831F6E-A0DA-46E5-AF13-ED5D9ABF108D}"/>
              </a:ext>
            </a:extLst>
          </p:cNvPr>
          <p:cNvSpPr/>
          <p:nvPr userDrawn="1"/>
        </p:nvSpPr>
        <p:spPr>
          <a:xfrm>
            <a:off x="1579486" y="450004"/>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Hexagon 17">
            <a:extLst>
              <a:ext uri="{FF2B5EF4-FFF2-40B4-BE49-F238E27FC236}">
                <a16:creationId xmlns:a16="http://schemas.microsoft.com/office/drawing/2014/main" id="{18B06ECC-5FA7-4ACA-86BF-694240D0C05B}"/>
              </a:ext>
            </a:extLst>
          </p:cNvPr>
          <p:cNvSpPr/>
          <p:nvPr userDrawn="1"/>
        </p:nvSpPr>
        <p:spPr>
          <a:xfrm>
            <a:off x="412218" y="1136470"/>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1" name="Hexagon 19">
            <a:extLst>
              <a:ext uri="{FF2B5EF4-FFF2-40B4-BE49-F238E27FC236}">
                <a16:creationId xmlns:a16="http://schemas.microsoft.com/office/drawing/2014/main" id="{089AA305-8FFC-46A5-B806-D5D78320D0CD}"/>
              </a:ext>
            </a:extLst>
          </p:cNvPr>
          <p:cNvSpPr/>
          <p:nvPr userDrawn="1"/>
        </p:nvSpPr>
        <p:spPr>
          <a:xfrm>
            <a:off x="1580070" y="1812437"/>
            <a:ext cx="1455521" cy="1266696"/>
          </a:xfrm>
          <a:prstGeom prst="hexagon">
            <a:avLst>
              <a:gd name="adj" fmla="val 28413"/>
              <a:gd name="vf" fmla="val 11547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2" name="Hexagon 21">
            <a:extLst>
              <a:ext uri="{FF2B5EF4-FFF2-40B4-BE49-F238E27FC236}">
                <a16:creationId xmlns:a16="http://schemas.microsoft.com/office/drawing/2014/main" id="{DB2D65ED-32BC-44B2-92F3-E16717051CA1}"/>
              </a:ext>
            </a:extLst>
          </p:cNvPr>
          <p:cNvSpPr/>
          <p:nvPr userDrawn="1"/>
        </p:nvSpPr>
        <p:spPr>
          <a:xfrm>
            <a:off x="3953772" y="4582171"/>
            <a:ext cx="1455521" cy="1266696"/>
          </a:xfrm>
          <a:prstGeom prst="hexagon">
            <a:avLst>
              <a:gd name="adj" fmla="val 28413"/>
              <a:gd name="vf" fmla="val 115470"/>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4" name="Freeform 43">
            <a:extLst>
              <a:ext uri="{FF2B5EF4-FFF2-40B4-BE49-F238E27FC236}">
                <a16:creationId xmlns:a16="http://schemas.microsoft.com/office/drawing/2014/main" id="{6100186E-95B0-AB29-6F1D-DBFBAA566DB2}"/>
              </a:ext>
            </a:extLst>
          </p:cNvPr>
          <p:cNvSpPr/>
          <p:nvPr userDrawn="1"/>
        </p:nvSpPr>
        <p:spPr>
          <a:xfrm>
            <a:off x="3955762" y="5952136"/>
            <a:ext cx="1455521" cy="932559"/>
          </a:xfrm>
          <a:custGeom>
            <a:avLst/>
            <a:gdLst>
              <a:gd name="connsiteX0" fmla="*/ 359906 w 1455521"/>
              <a:gd name="connsiteY0" fmla="*/ 0 h 932559"/>
              <a:gd name="connsiteX1" fmla="*/ 1095615 w 1455521"/>
              <a:gd name="connsiteY1" fmla="*/ 0 h 932559"/>
              <a:gd name="connsiteX2" fmla="*/ 1455521 w 1455521"/>
              <a:gd name="connsiteY2" fmla="*/ 633348 h 932559"/>
              <a:gd name="connsiteX3" fmla="*/ 1285492 w 1455521"/>
              <a:gd name="connsiteY3" fmla="*/ 932559 h 932559"/>
              <a:gd name="connsiteX4" fmla="*/ 170030 w 1455521"/>
              <a:gd name="connsiteY4" fmla="*/ 932559 h 932559"/>
              <a:gd name="connsiteX5" fmla="*/ 0 w 1455521"/>
              <a:gd name="connsiteY5" fmla="*/ 633348 h 932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32559">
                <a:moveTo>
                  <a:pt x="359906" y="0"/>
                </a:moveTo>
                <a:lnTo>
                  <a:pt x="1095615" y="0"/>
                </a:lnTo>
                <a:lnTo>
                  <a:pt x="1455521" y="633348"/>
                </a:lnTo>
                <a:lnTo>
                  <a:pt x="1285492" y="932559"/>
                </a:lnTo>
                <a:lnTo>
                  <a:pt x="170030" y="932559"/>
                </a:lnTo>
                <a:lnTo>
                  <a:pt x="0" y="633348"/>
                </a:lnTo>
                <a:close/>
              </a:path>
            </a:pathLst>
          </a:cu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Hexagon 27">
            <a:extLst>
              <a:ext uri="{FF2B5EF4-FFF2-40B4-BE49-F238E27FC236}">
                <a16:creationId xmlns:a16="http://schemas.microsoft.com/office/drawing/2014/main" id="{5275D449-7441-440B-8584-96D25256F24D}"/>
              </a:ext>
            </a:extLst>
          </p:cNvPr>
          <p:cNvSpPr/>
          <p:nvPr userDrawn="1"/>
        </p:nvSpPr>
        <p:spPr>
          <a:xfrm>
            <a:off x="2783996" y="5245443"/>
            <a:ext cx="1455521" cy="1266696"/>
          </a:xfrm>
          <a:prstGeom prst="hexagon">
            <a:avLst>
              <a:gd name="adj" fmla="val 28413"/>
              <a:gd name="vf" fmla="val 11547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Hexagon 21">
            <a:extLst>
              <a:ext uri="{FF2B5EF4-FFF2-40B4-BE49-F238E27FC236}">
                <a16:creationId xmlns:a16="http://schemas.microsoft.com/office/drawing/2014/main" id="{AA088CB3-68C2-8BF7-640B-511D7AD708D4}"/>
              </a:ext>
            </a:extLst>
          </p:cNvPr>
          <p:cNvSpPr/>
          <p:nvPr userDrawn="1"/>
        </p:nvSpPr>
        <p:spPr>
          <a:xfrm>
            <a:off x="2757266" y="2493385"/>
            <a:ext cx="1467568" cy="1305975"/>
          </a:xfrm>
          <a:prstGeom prst="hexagon">
            <a:avLst>
              <a:gd name="adj" fmla="val 28413"/>
              <a:gd name="vf" fmla="val 115470"/>
            </a:avLst>
          </a:prstGeom>
          <a:noFill/>
          <a:ln w="19050">
            <a:solidFill>
              <a:srgbClr val="D844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5" name="Hexagon 28">
            <a:extLst>
              <a:ext uri="{FF2B5EF4-FFF2-40B4-BE49-F238E27FC236}">
                <a16:creationId xmlns:a16="http://schemas.microsoft.com/office/drawing/2014/main" id="{94CFCD79-F5CD-4175-96DE-1AC2E1999DB6}"/>
              </a:ext>
            </a:extLst>
          </p:cNvPr>
          <p:cNvSpPr/>
          <p:nvPr userDrawn="1"/>
        </p:nvSpPr>
        <p:spPr>
          <a:xfrm>
            <a:off x="2767144" y="3880620"/>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3" name="Freeform 42">
            <a:extLst>
              <a:ext uri="{FF2B5EF4-FFF2-40B4-BE49-F238E27FC236}">
                <a16:creationId xmlns:a16="http://schemas.microsoft.com/office/drawing/2014/main" id="{C8667104-E096-23C3-4C2C-5277C2AF5C57}"/>
              </a:ext>
            </a:extLst>
          </p:cNvPr>
          <p:cNvSpPr/>
          <p:nvPr userDrawn="1"/>
        </p:nvSpPr>
        <p:spPr>
          <a:xfrm>
            <a:off x="3702" y="448131"/>
            <a:ext cx="678871" cy="1266696"/>
          </a:xfrm>
          <a:custGeom>
            <a:avLst/>
            <a:gdLst>
              <a:gd name="connsiteX0" fmla="*/ 0 w 678871"/>
              <a:gd name="connsiteY0" fmla="*/ 0 h 1266696"/>
              <a:gd name="connsiteX1" fmla="*/ 318965 w 678871"/>
              <a:gd name="connsiteY1" fmla="*/ 0 h 1266696"/>
              <a:gd name="connsiteX2" fmla="*/ 678871 w 678871"/>
              <a:gd name="connsiteY2" fmla="*/ 633348 h 1266696"/>
              <a:gd name="connsiteX3" fmla="*/ 318965 w 678871"/>
              <a:gd name="connsiteY3" fmla="*/ 1266696 h 1266696"/>
              <a:gd name="connsiteX4" fmla="*/ 0 w 678871"/>
              <a:gd name="connsiteY4" fmla="*/ 1266696 h 12666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871" h="1266696">
                <a:moveTo>
                  <a:pt x="0" y="0"/>
                </a:moveTo>
                <a:lnTo>
                  <a:pt x="318965" y="0"/>
                </a:lnTo>
                <a:lnTo>
                  <a:pt x="678871" y="633348"/>
                </a:lnTo>
                <a:lnTo>
                  <a:pt x="318965" y="1266696"/>
                </a:lnTo>
                <a:lnTo>
                  <a:pt x="0" y="1266696"/>
                </a:lnTo>
                <a:close/>
              </a:path>
            </a:pathLst>
          </a:cu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Hexagon 31">
            <a:extLst>
              <a:ext uri="{FF2B5EF4-FFF2-40B4-BE49-F238E27FC236}">
                <a16:creationId xmlns:a16="http://schemas.microsoft.com/office/drawing/2014/main" id="{61BB4AB0-7C5C-4697-A25B-0AFD8754AB52}"/>
              </a:ext>
            </a:extLst>
          </p:cNvPr>
          <p:cNvSpPr/>
          <p:nvPr userDrawn="1"/>
        </p:nvSpPr>
        <p:spPr>
          <a:xfrm>
            <a:off x="1580353" y="3182793"/>
            <a:ext cx="1455521" cy="1266696"/>
          </a:xfrm>
          <a:prstGeom prst="hexagon">
            <a:avLst>
              <a:gd name="adj" fmla="val 28413"/>
              <a:gd name="vf" fmla="val 11547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7" name="Hexagon 28">
            <a:extLst>
              <a:ext uri="{FF2B5EF4-FFF2-40B4-BE49-F238E27FC236}">
                <a16:creationId xmlns:a16="http://schemas.microsoft.com/office/drawing/2014/main" id="{E4EF439B-1CC3-CA39-B62A-E54F83ED70D2}"/>
              </a:ext>
            </a:extLst>
          </p:cNvPr>
          <p:cNvSpPr/>
          <p:nvPr userDrawn="1"/>
        </p:nvSpPr>
        <p:spPr>
          <a:xfrm>
            <a:off x="396269" y="2511644"/>
            <a:ext cx="1455521" cy="1266696"/>
          </a:xfrm>
          <a:prstGeom prst="hexagon">
            <a:avLst>
              <a:gd name="adj" fmla="val 28413"/>
              <a:gd name="vf" fmla="val 115470"/>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46" name="Freeform 45">
            <a:extLst>
              <a:ext uri="{FF2B5EF4-FFF2-40B4-BE49-F238E27FC236}">
                <a16:creationId xmlns:a16="http://schemas.microsoft.com/office/drawing/2014/main" id="{2363FF00-E570-D743-258E-E9FEF4F02A08}"/>
              </a:ext>
            </a:extLst>
          </p:cNvPr>
          <p:cNvSpPr/>
          <p:nvPr userDrawn="1"/>
        </p:nvSpPr>
        <p:spPr>
          <a:xfrm>
            <a:off x="6334981" y="5962237"/>
            <a:ext cx="1455521" cy="901561"/>
          </a:xfrm>
          <a:custGeom>
            <a:avLst/>
            <a:gdLst>
              <a:gd name="connsiteX0" fmla="*/ 359906 w 1455521"/>
              <a:gd name="connsiteY0" fmla="*/ 0 h 901561"/>
              <a:gd name="connsiteX1" fmla="*/ 1095615 w 1455521"/>
              <a:gd name="connsiteY1" fmla="*/ 0 h 901561"/>
              <a:gd name="connsiteX2" fmla="*/ 1455521 w 1455521"/>
              <a:gd name="connsiteY2" fmla="*/ 633348 h 901561"/>
              <a:gd name="connsiteX3" fmla="*/ 1303107 w 1455521"/>
              <a:gd name="connsiteY3" fmla="*/ 901561 h 901561"/>
              <a:gd name="connsiteX4" fmla="*/ 152415 w 1455521"/>
              <a:gd name="connsiteY4" fmla="*/ 901561 h 901561"/>
              <a:gd name="connsiteX5" fmla="*/ 0 w 1455521"/>
              <a:gd name="connsiteY5" fmla="*/ 633348 h 901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5521" h="901561">
                <a:moveTo>
                  <a:pt x="359906" y="0"/>
                </a:moveTo>
                <a:lnTo>
                  <a:pt x="1095615" y="0"/>
                </a:lnTo>
                <a:lnTo>
                  <a:pt x="1455521" y="633348"/>
                </a:lnTo>
                <a:lnTo>
                  <a:pt x="1303107" y="901561"/>
                </a:lnTo>
                <a:lnTo>
                  <a:pt x="152415" y="901561"/>
                </a:lnTo>
                <a:lnTo>
                  <a:pt x="0" y="633348"/>
                </a:lnTo>
                <a:close/>
              </a:path>
            </a:pathLst>
          </a:custGeom>
          <a:noFill/>
          <a:ln w="19050">
            <a:solidFill>
              <a:srgbClr val="98432A"/>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Hexagon 21">
            <a:extLst>
              <a:ext uri="{FF2B5EF4-FFF2-40B4-BE49-F238E27FC236}">
                <a16:creationId xmlns:a16="http://schemas.microsoft.com/office/drawing/2014/main" id="{A38FF139-88E9-67A9-6010-4EDFB851076B}"/>
              </a:ext>
            </a:extLst>
          </p:cNvPr>
          <p:cNvSpPr/>
          <p:nvPr userDrawn="1"/>
        </p:nvSpPr>
        <p:spPr>
          <a:xfrm>
            <a:off x="5150156" y="5261378"/>
            <a:ext cx="1455521" cy="1266696"/>
          </a:xfrm>
          <a:prstGeom prst="hexagon">
            <a:avLst>
              <a:gd name="adj" fmla="val 28413"/>
              <a:gd name="vf" fmla="val 115470"/>
            </a:avLst>
          </a:prstGeom>
          <a:noFill/>
          <a:ln w="190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Hexagon 21">
            <a:extLst>
              <a:ext uri="{FF2B5EF4-FFF2-40B4-BE49-F238E27FC236}">
                <a16:creationId xmlns:a16="http://schemas.microsoft.com/office/drawing/2014/main" id="{99956147-4454-5EA6-FC9C-94C08EE35F28}"/>
              </a:ext>
            </a:extLst>
          </p:cNvPr>
          <p:cNvSpPr/>
          <p:nvPr userDrawn="1"/>
        </p:nvSpPr>
        <p:spPr>
          <a:xfrm>
            <a:off x="3948599" y="3206642"/>
            <a:ext cx="1455521" cy="1266696"/>
          </a:xfrm>
          <a:prstGeom prst="hexagon">
            <a:avLst>
              <a:gd name="adj" fmla="val 28413"/>
              <a:gd name="vf" fmla="val 11547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2" name="Title 1">
            <a:extLst>
              <a:ext uri="{FF2B5EF4-FFF2-40B4-BE49-F238E27FC236}">
                <a16:creationId xmlns:a16="http://schemas.microsoft.com/office/drawing/2014/main" id="{4722C9EB-D452-B3DF-5219-160F48DE789C}"/>
              </a:ext>
            </a:extLst>
          </p:cNvPr>
          <p:cNvSpPr>
            <a:spLocks noGrp="1"/>
          </p:cNvSpPr>
          <p:nvPr>
            <p:ph type="title"/>
          </p:nvPr>
        </p:nvSpPr>
        <p:spPr>
          <a:xfrm>
            <a:off x="6035040" y="731520"/>
            <a:ext cx="5394960" cy="2103120"/>
          </a:xfrm>
        </p:spPr>
        <p:txBody>
          <a:bodyPr anchor="b">
            <a:normAutofit/>
          </a:bodyPr>
          <a:lstStyle/>
          <a:p>
            <a:r>
              <a:rPr lang="en-US"/>
              <a:t>Click to edit Master title style</a:t>
            </a:r>
            <a:endParaRPr lang="en-US" dirty="0"/>
          </a:p>
        </p:txBody>
      </p:sp>
      <p:sp>
        <p:nvSpPr>
          <p:cNvPr id="21" name="Content Placeholder 47" descr="Click icon to add picture">
            <a:extLst>
              <a:ext uri="{FF2B5EF4-FFF2-40B4-BE49-F238E27FC236}">
                <a16:creationId xmlns:a16="http://schemas.microsoft.com/office/drawing/2014/main" id="{B7E46D91-6194-E279-CAE3-425E21FD4A83}"/>
              </a:ext>
            </a:extLst>
          </p:cNvPr>
          <p:cNvSpPr>
            <a:spLocks noGrp="1"/>
          </p:cNvSpPr>
          <p:nvPr>
            <p:ph type="body" sz="quarter" idx="27"/>
          </p:nvPr>
        </p:nvSpPr>
        <p:spPr>
          <a:xfrm>
            <a:off x="6035040" y="3108960"/>
            <a:ext cx="5394960" cy="1879791"/>
          </a:xfrm>
          <a:prstGeom prst="rect">
            <a:avLst/>
          </a:prstGeom>
        </p:spPr>
        <p:txBody>
          <a:bodyPr anchor="t">
            <a:normAutofit/>
          </a:bodyPr>
          <a:lstStyle>
            <a:lvl1pPr marL="0" indent="0" algn="l">
              <a:lnSpc>
                <a:spcPct val="100000"/>
              </a:lnSpc>
              <a:buNone/>
              <a:defRPr sz="1800" b="0">
                <a:solidFill>
                  <a:schemeClr val="bg1"/>
                </a:solidFill>
              </a:defRPr>
            </a:lvl1pPr>
            <a:lvl2pPr>
              <a:defRPr sz="1000"/>
            </a:lvl2pPr>
            <a:lvl3pPr>
              <a:defRPr sz="900"/>
            </a:lvl3pPr>
            <a:lvl4pPr>
              <a:defRPr sz="800"/>
            </a:lvl4pPr>
            <a:lvl5pPr>
              <a:defRPr sz="800"/>
            </a:lvl5pPr>
          </a:lstStyle>
          <a:p>
            <a:pPr lvl="0"/>
            <a:endParaRPr lang="en-US" altLang="zh-CN" dirty="0"/>
          </a:p>
        </p:txBody>
      </p:sp>
      <p:sp>
        <p:nvSpPr>
          <p:cNvPr id="40" name="Freeform 39">
            <a:extLst>
              <a:ext uri="{FF2B5EF4-FFF2-40B4-BE49-F238E27FC236}">
                <a16:creationId xmlns:a16="http://schemas.microsoft.com/office/drawing/2014/main" id="{E3C8467A-0A34-2A65-92FE-F12F6A3D84A6}"/>
              </a:ext>
            </a:extLst>
          </p:cNvPr>
          <p:cNvSpPr/>
          <p:nvPr userDrawn="1"/>
        </p:nvSpPr>
        <p:spPr>
          <a:xfrm>
            <a:off x="-6538" y="1815084"/>
            <a:ext cx="697438" cy="1266696"/>
          </a:xfrm>
          <a:custGeom>
            <a:avLst/>
            <a:gdLst>
              <a:gd name="connsiteX0" fmla="*/ 0 w 732607"/>
              <a:gd name="connsiteY0" fmla="*/ 0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0" fmla="*/ 43961 w 732607"/>
              <a:gd name="connsiteY0" fmla="*/ 8793 h 1266696"/>
              <a:gd name="connsiteX1" fmla="*/ 372701 w 732607"/>
              <a:gd name="connsiteY1" fmla="*/ 0 h 1266696"/>
              <a:gd name="connsiteX2" fmla="*/ 732607 w 732607"/>
              <a:gd name="connsiteY2" fmla="*/ 633348 h 1266696"/>
              <a:gd name="connsiteX3" fmla="*/ 372701 w 732607"/>
              <a:gd name="connsiteY3" fmla="*/ 1266696 h 1266696"/>
              <a:gd name="connsiteX4" fmla="*/ 0 w 732607"/>
              <a:gd name="connsiteY4" fmla="*/ 1266696 h 1266696"/>
              <a:gd name="connsiteX5" fmla="*/ 43961 w 732607"/>
              <a:gd name="connsiteY5" fmla="*/ 8793 h 1266696"/>
              <a:gd name="connsiteX0" fmla="*/ 8792 w 697438"/>
              <a:gd name="connsiteY0" fmla="*/ 8793 h 1266696"/>
              <a:gd name="connsiteX1" fmla="*/ 337532 w 697438"/>
              <a:gd name="connsiteY1" fmla="*/ 0 h 1266696"/>
              <a:gd name="connsiteX2" fmla="*/ 697438 w 697438"/>
              <a:gd name="connsiteY2" fmla="*/ 633348 h 1266696"/>
              <a:gd name="connsiteX3" fmla="*/ 337532 w 697438"/>
              <a:gd name="connsiteY3" fmla="*/ 1266696 h 1266696"/>
              <a:gd name="connsiteX4" fmla="*/ 0 w 697438"/>
              <a:gd name="connsiteY4" fmla="*/ 1266696 h 1266696"/>
              <a:gd name="connsiteX5" fmla="*/ 8792 w 697438"/>
              <a:gd name="connsiteY5" fmla="*/ 8793 h 1266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438" h="1266696">
                <a:moveTo>
                  <a:pt x="8792" y="8793"/>
                </a:moveTo>
                <a:lnTo>
                  <a:pt x="337532" y="0"/>
                </a:lnTo>
                <a:lnTo>
                  <a:pt x="697438" y="633348"/>
                </a:lnTo>
                <a:lnTo>
                  <a:pt x="337532" y="1266696"/>
                </a:lnTo>
                <a:lnTo>
                  <a:pt x="0" y="1266696"/>
                </a:lnTo>
                <a:cubicBezTo>
                  <a:pt x="0" y="844464"/>
                  <a:pt x="8792" y="431025"/>
                  <a:pt x="8792" y="8793"/>
                </a:cubicBezTo>
                <a:close/>
              </a:path>
            </a:pathLst>
          </a:custGeom>
          <a:noFill/>
          <a:ln w="19050">
            <a:solidFill>
              <a:schemeClr val="accent5">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1473342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4" name="Content placeholder 47">
            <a:extLst>
              <a:ext uri="{FF2B5EF4-FFF2-40B4-BE49-F238E27FC236}">
                <a16:creationId xmlns:a16="http://schemas.microsoft.com/office/drawing/2014/main" id="{28B6388A-37D2-4382-A7FC-9B9A76BDE84D}"/>
              </a:ext>
            </a:extLst>
          </p:cNvPr>
          <p:cNvSpPr>
            <a:spLocks noGrp="1"/>
          </p:cNvSpPr>
          <p:nvPr>
            <p:ph type="sldNum" sz="quarter" idx="4"/>
          </p:nvPr>
        </p:nvSpPr>
        <p:spPr>
          <a:xfrm>
            <a:off x="11194169" y="6217920"/>
            <a:ext cx="458592" cy="365125"/>
          </a:xfrm>
          <a:prstGeom prst="rect">
            <a:avLst/>
          </a:prstGeom>
        </p:spPr>
        <p:txBody>
          <a:bodyPr vert="horz" lIns="91440" tIns="45720" rIns="91440" bIns="45720" rtlCol="0" anchor="ctr">
            <a:noAutofit/>
          </a:bodyPr>
          <a:lstStyle>
            <a:lvl1pPr algn="ctr">
              <a:defRPr sz="1200">
                <a:solidFill>
                  <a:schemeClr val="bg1"/>
                </a:solidFill>
                <a:latin typeface="+mn-lt"/>
              </a:defRPr>
            </a:lvl1pPr>
          </a:lstStyle>
          <a:p>
            <a:fld id="{47FEACEE-25B4-4A2D-B147-27296E36371D}" type="slidenum">
              <a:rPr lang="en-US" altLang="zh-CN" noProof="0" smtClean="0"/>
              <a:pPr/>
              <a:t>‹#›</a:t>
            </a:fld>
            <a:endParaRPr lang="en-US" altLang="zh-CN" noProof="0" dirty="0"/>
          </a:p>
        </p:txBody>
      </p:sp>
      <p:sp>
        <p:nvSpPr>
          <p:cNvPr id="6" name="Text Placeholder 2">
            <a:extLst>
              <a:ext uri="{FF2B5EF4-FFF2-40B4-BE49-F238E27FC236}">
                <a16:creationId xmlns:a16="http://schemas.microsoft.com/office/drawing/2014/main" id="{18CB8A3D-9A54-FD7C-F6A5-B33E6C891A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itle Placeholder 4">
            <a:extLst>
              <a:ext uri="{FF2B5EF4-FFF2-40B4-BE49-F238E27FC236}">
                <a16:creationId xmlns:a16="http://schemas.microsoft.com/office/drawing/2014/main" id="{F38A7675-78A2-B642-22AF-B98514C68B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noProof="0"/>
              <a:t>Click to edit Master title style</a:t>
            </a:r>
          </a:p>
        </p:txBody>
      </p:sp>
      <p:sp>
        <p:nvSpPr>
          <p:cNvPr id="8" name="Footer Placeholder 7">
            <a:extLst>
              <a:ext uri="{FF2B5EF4-FFF2-40B4-BE49-F238E27FC236}">
                <a16:creationId xmlns:a16="http://schemas.microsoft.com/office/drawing/2014/main" id="{C176125D-E69D-E2ED-1549-3D67DBD487E0}"/>
              </a:ext>
            </a:extLst>
          </p:cNvPr>
          <p:cNvSpPr>
            <a:spLocks noGrp="1"/>
          </p:cNvSpPr>
          <p:nvPr>
            <p:ph type="ftr" sz="quarter" idx="3"/>
          </p:nvPr>
        </p:nvSpPr>
        <p:spPr>
          <a:xfrm>
            <a:off x="914400" y="6217920"/>
            <a:ext cx="4114800" cy="365125"/>
          </a:xfrm>
          <a:prstGeom prst="rect">
            <a:avLst/>
          </a:prstGeom>
        </p:spPr>
        <p:txBody>
          <a:bodyPr vert="horz" lIns="91440" tIns="45720" rIns="91440" bIns="45720" rtlCol="0" anchor="ctr">
            <a:noAutofit/>
          </a:bodyPr>
          <a:lstStyle>
            <a:lvl1pPr algn="l">
              <a:defRPr sz="1200">
                <a:solidFill>
                  <a:schemeClr val="bg1"/>
                </a:solidFill>
                <a:latin typeface="+mn-lt"/>
              </a:defRPr>
            </a:lvl1pPr>
          </a:lstStyle>
          <a:p>
            <a:endParaRPr lang="en-US" noProof="0" dirty="0"/>
          </a:p>
        </p:txBody>
      </p:sp>
    </p:spTree>
    <p:extLst>
      <p:ext uri="{BB962C8B-B14F-4D97-AF65-F5344CB8AC3E}">
        <p14:creationId xmlns:p14="http://schemas.microsoft.com/office/powerpoint/2010/main" val="2020574204"/>
      </p:ext>
    </p:extLst>
  </p:cSld>
  <p:clrMap bg1="lt1" tx1="dk1" bg2="lt2" tx2="dk2" accent1="accent1" accent2="accent2" accent3="accent3" accent4="accent4" accent5="accent5" accent6="accent6" hlink="hlink" folHlink="folHlink"/>
  <p:sldLayoutIdLst>
    <p:sldLayoutId id="2147483667" r:id="rId1"/>
    <p:sldLayoutId id="2147483671" r:id="rId2"/>
    <p:sldLayoutId id="2147483674" r:id="rId3"/>
    <p:sldLayoutId id="2147483670" r:id="rId4"/>
    <p:sldLayoutId id="2147483669" r:id="rId5"/>
    <p:sldLayoutId id="2147483655" r:id="rId6"/>
    <p:sldLayoutId id="2147483651" r:id="rId7"/>
    <p:sldLayoutId id="2147483662" r:id="rId8"/>
    <p:sldLayoutId id="2147483672" r:id="rId9"/>
    <p:sldLayoutId id="2147483673" r:id="rId10"/>
    <p:sldLayoutId id="2147483653" r:id="rId11"/>
    <p:sldLayoutId id="2147483663" r:id="rId12"/>
    <p:sldLayoutId id="2147483665" r:id="rId13"/>
  </p:sldLayoutIdLst>
  <p:hf hdr="0" ftr="0" dt="0"/>
  <p:txStyles>
    <p:titleStyle>
      <a:lvl1pPr algn="l"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347472"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1pPr>
      <a:lvl2pPr marL="73152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2pPr>
      <a:lvl3pPr marL="109728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3pPr>
      <a:lvl4pPr marL="146304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4pPr>
      <a:lvl5pPr marL="1828800" indent="-347472" algn="l" defTabSz="914400" rtl="0" eaLnBrk="1" latinLnBrk="0" hangingPunct="1">
        <a:lnSpc>
          <a:spcPct val="90000"/>
        </a:lnSpc>
        <a:spcBef>
          <a:spcPts val="1500"/>
        </a:spcBef>
        <a:buFont typeface="Arial" panose="020B0604020202020204" pitchFamily="34" charset="0"/>
        <a:buChar char="•"/>
        <a:defRPr sz="20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32" userDrawn="1">
          <p15:clr>
            <a:srgbClr val="F26B43"/>
          </p15:clr>
        </p15:guide>
        <p15:guide id="2" pos="3840" userDrawn="1">
          <p15:clr>
            <a:srgbClr val="F26B43"/>
          </p15:clr>
        </p15:guide>
        <p15:guide id="3" pos="5640" userDrawn="1">
          <p15:clr>
            <a:srgbClr val="F26B43"/>
          </p15:clr>
        </p15:guide>
        <p15:guide id="4" pos="1656" userDrawn="1">
          <p15:clr>
            <a:srgbClr val="F26B43"/>
          </p15:clr>
        </p15:guide>
        <p15:guide id="5" pos="520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hyperlink" Target="https://jjeongil.tistory.com/2892" TargetMode="External"/><Relationship Id="rId2" Type="http://schemas.openxmlformats.org/officeDocument/2006/relationships/image" Target="../media/image5.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3A3B864-5E85-99D2-93E5-5CA1F4F35DC7}"/>
              </a:ext>
            </a:extLst>
          </p:cNvPr>
          <p:cNvSpPr>
            <a:spLocks noGrp="1"/>
          </p:cNvSpPr>
          <p:nvPr>
            <p:ph type="title"/>
          </p:nvPr>
        </p:nvSpPr>
        <p:spPr>
          <a:xfrm>
            <a:off x="1144291" y="731520"/>
            <a:ext cx="5433489" cy="3291840"/>
          </a:xfrm>
        </p:spPr>
        <p:txBody>
          <a:bodyPr lIns="0" anchor="b" anchorCtr="0">
            <a:normAutofit/>
          </a:bodyPr>
          <a:lstStyle/>
          <a:p>
            <a:r>
              <a:rPr lang="en-US" sz="3600" dirty="0"/>
              <a:t>Working With AI Tools</a:t>
            </a:r>
          </a:p>
        </p:txBody>
      </p:sp>
      <p:sp>
        <p:nvSpPr>
          <p:cNvPr id="9" name="Text Placeholder 8">
            <a:extLst>
              <a:ext uri="{FF2B5EF4-FFF2-40B4-BE49-F238E27FC236}">
                <a16:creationId xmlns:a16="http://schemas.microsoft.com/office/drawing/2014/main" id="{485E0237-B9A1-0B58-E0AA-05EF84817EB4}"/>
              </a:ext>
            </a:extLst>
          </p:cNvPr>
          <p:cNvSpPr>
            <a:spLocks noGrp="1"/>
          </p:cNvSpPr>
          <p:nvPr>
            <p:ph type="body" sz="quarter" idx="28"/>
          </p:nvPr>
        </p:nvSpPr>
        <p:spPr>
          <a:xfrm>
            <a:off x="1260894" y="4172084"/>
            <a:ext cx="4912598" cy="914400"/>
          </a:xfrm>
        </p:spPr>
        <p:txBody>
          <a:bodyPr/>
          <a:lstStyle/>
          <a:p>
            <a:r>
              <a:rPr lang="en-US" dirty="0"/>
              <a:t>Session – 2</a:t>
            </a:r>
          </a:p>
        </p:txBody>
      </p:sp>
      <p:pic>
        <p:nvPicPr>
          <p:cNvPr id="20" name="Picture Placeholder 19" descr="Two people looking at a laptop at a table">
            <a:extLst>
              <a:ext uri="{FF2B5EF4-FFF2-40B4-BE49-F238E27FC236}">
                <a16:creationId xmlns:a16="http://schemas.microsoft.com/office/drawing/2014/main" id="{E83BB08F-E403-8715-0B24-AD9E4B72C80E}"/>
              </a:ext>
            </a:extLst>
          </p:cNvPr>
          <p:cNvPicPr>
            <a:picLocks noGrp="1" noChangeAspect="1"/>
          </p:cNvPicPr>
          <p:nvPr>
            <p:ph type="pic" sz="quarter" idx="47"/>
          </p:nvPr>
        </p:nvPicPr>
        <p:blipFill>
          <a:blip r:embed="rId3"/>
          <a:srcRect l="23" r="23"/>
          <a:stretch/>
        </p:blipFill>
        <p:spPr>
          <a:xfrm>
            <a:off x="6742557" y="821836"/>
            <a:ext cx="4405503" cy="5066346"/>
          </a:xfrm>
        </p:spPr>
      </p:pic>
    </p:spTree>
    <p:extLst>
      <p:ext uri="{BB962C8B-B14F-4D97-AF65-F5344CB8AC3E}">
        <p14:creationId xmlns:p14="http://schemas.microsoft.com/office/powerpoint/2010/main" val="38984479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F021C-3CEB-0FBA-DA89-C9C82E741BB3}"/>
              </a:ext>
            </a:extLst>
          </p:cNvPr>
          <p:cNvSpPr>
            <a:spLocks noGrp="1"/>
          </p:cNvSpPr>
          <p:nvPr>
            <p:ph type="title"/>
          </p:nvPr>
        </p:nvSpPr>
        <p:spPr>
          <a:xfrm>
            <a:off x="914400" y="3429000"/>
            <a:ext cx="4206240" cy="2377440"/>
          </a:xfrm>
        </p:spPr>
        <p:txBody>
          <a:bodyPr anchor="t" anchorCtr="0"/>
          <a:lstStyle/>
          <a:p>
            <a:r>
              <a:rPr lang="en-US" dirty="0"/>
              <a:t>Agenda </a:t>
            </a:r>
          </a:p>
        </p:txBody>
      </p:sp>
      <p:sp>
        <p:nvSpPr>
          <p:cNvPr id="3" name="Text Placeholder 2">
            <a:extLst>
              <a:ext uri="{FF2B5EF4-FFF2-40B4-BE49-F238E27FC236}">
                <a16:creationId xmlns:a16="http://schemas.microsoft.com/office/drawing/2014/main" id="{3C6746B3-AFD9-641E-7CBF-9A783646B368}"/>
              </a:ext>
            </a:extLst>
          </p:cNvPr>
          <p:cNvSpPr>
            <a:spLocks noGrp="1"/>
          </p:cNvSpPr>
          <p:nvPr>
            <p:ph sz="quarter" idx="35"/>
          </p:nvPr>
        </p:nvSpPr>
        <p:spPr>
          <a:xfrm>
            <a:off x="3023420" y="2523448"/>
            <a:ext cx="8254180" cy="3282992"/>
          </a:xfrm>
        </p:spPr>
        <p:txBody>
          <a:bodyPr anchor="t" anchorCtr="0">
            <a:normAutofit/>
          </a:bodyPr>
          <a:lstStyle/>
          <a:p>
            <a:r>
              <a:rPr lang="en-US" sz="2400" b="1" dirty="0"/>
              <a:t>Critical Thinking</a:t>
            </a:r>
          </a:p>
          <a:p>
            <a:r>
              <a:rPr lang="en-US" sz="2400" b="1" dirty="0"/>
              <a:t>Cognitive Biases and Mental Traps</a:t>
            </a:r>
          </a:p>
          <a:p>
            <a:r>
              <a:rPr lang="en-US" sz="2400" b="1" dirty="0"/>
              <a:t>Evaluating Claims and Techniques</a:t>
            </a:r>
          </a:p>
          <a:p>
            <a:r>
              <a:rPr lang="en-US" sz="2400" b="1" dirty="0"/>
              <a:t>Logical Reasoning and Fallacies</a:t>
            </a:r>
          </a:p>
          <a:p>
            <a:r>
              <a:rPr lang="en-US" sz="2400" b="1" dirty="0"/>
              <a:t>Critically Evaluating AI Output</a:t>
            </a:r>
          </a:p>
          <a:p>
            <a:r>
              <a:rPr lang="en-US" sz="2400" b="1" dirty="0"/>
              <a:t>Case Studies</a:t>
            </a:r>
          </a:p>
        </p:txBody>
      </p:sp>
      <p:sp>
        <p:nvSpPr>
          <p:cNvPr id="4" name="Slide Number Placeholder 3">
            <a:extLst>
              <a:ext uri="{FF2B5EF4-FFF2-40B4-BE49-F238E27FC236}">
                <a16:creationId xmlns:a16="http://schemas.microsoft.com/office/drawing/2014/main" id="{5D559569-83D5-A20B-653C-B9D6C8D98164}"/>
              </a:ext>
            </a:extLst>
          </p:cNvPr>
          <p:cNvSpPr>
            <a:spLocks noGrp="1"/>
          </p:cNvSpPr>
          <p:nvPr>
            <p:ph type="sldNum" sz="quarter" idx="34"/>
          </p:nvPr>
        </p:nvSpPr>
        <p:spPr/>
        <p:txBody>
          <a:bodyPr/>
          <a:lstStyle/>
          <a:p>
            <a:fld id="{47FEACEE-25B4-4A2D-B147-27296E36371D}" type="slidenum">
              <a:rPr lang="en-US" altLang="zh-CN" noProof="0" smtClean="0"/>
              <a:pPr/>
              <a:t>2</a:t>
            </a:fld>
            <a:endParaRPr lang="en-US" altLang="zh-CN" noProof="0" dirty="0"/>
          </a:p>
        </p:txBody>
      </p:sp>
    </p:spTree>
    <p:extLst>
      <p:ext uri="{BB962C8B-B14F-4D97-AF65-F5344CB8AC3E}">
        <p14:creationId xmlns:p14="http://schemas.microsoft.com/office/powerpoint/2010/main" val="14850807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2A73C-F597-27B7-8F29-D6406DC4DB9A}"/>
              </a:ext>
            </a:extLst>
          </p:cNvPr>
          <p:cNvSpPr>
            <a:spLocks noGrp="1"/>
          </p:cNvSpPr>
          <p:nvPr>
            <p:ph type="title"/>
          </p:nvPr>
        </p:nvSpPr>
        <p:spPr>
          <a:xfrm>
            <a:off x="5998464" y="731520"/>
            <a:ext cx="5029200" cy="3291840"/>
          </a:xfrm>
        </p:spPr>
        <p:txBody>
          <a:bodyPr lIns="0" anchor="b" anchorCtr="0"/>
          <a:lstStyle/>
          <a:p>
            <a:r>
              <a:rPr lang="en-US" dirty="0"/>
              <a:t>Critical Thinking</a:t>
            </a:r>
          </a:p>
        </p:txBody>
      </p:sp>
      <p:sp>
        <p:nvSpPr>
          <p:cNvPr id="3" name="Text Placeholder 2">
            <a:extLst>
              <a:ext uri="{FF2B5EF4-FFF2-40B4-BE49-F238E27FC236}">
                <a16:creationId xmlns:a16="http://schemas.microsoft.com/office/drawing/2014/main" id="{AC190503-C2C6-37F4-4636-9B4A8A3DE4EB}"/>
              </a:ext>
            </a:extLst>
          </p:cNvPr>
          <p:cNvSpPr>
            <a:spLocks noGrp="1"/>
          </p:cNvSpPr>
          <p:nvPr>
            <p:ph type="body" sz="quarter" idx="28"/>
          </p:nvPr>
        </p:nvSpPr>
        <p:spPr>
          <a:xfrm>
            <a:off x="6117336" y="4172084"/>
            <a:ext cx="4910328" cy="1005840"/>
          </a:xfrm>
        </p:spPr>
        <p:txBody>
          <a:bodyPr/>
          <a:lstStyle/>
          <a:p>
            <a:r>
              <a:rPr lang="en-US" dirty="0"/>
              <a:t>Though of Clarity</a:t>
            </a:r>
          </a:p>
        </p:txBody>
      </p:sp>
    </p:spTree>
    <p:extLst>
      <p:ext uri="{BB962C8B-B14F-4D97-AF65-F5344CB8AC3E}">
        <p14:creationId xmlns:p14="http://schemas.microsoft.com/office/powerpoint/2010/main" val="353011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914400" y="2487168"/>
            <a:ext cx="4572000" cy="3383280"/>
          </a:xfrm>
          <a:noFill/>
        </p:spPr>
        <p:txBody>
          <a:bodyPr anchor="t" anchorCtr="0">
            <a:noAutofit/>
          </a:bodyPr>
          <a:lstStyle/>
          <a:p>
            <a:r>
              <a:rPr lang="en-US" dirty="0"/>
              <a:t>Critical Thinking of AI Content </a:t>
            </a:r>
          </a:p>
        </p:txBody>
      </p:sp>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235677" y="2487168"/>
            <a:ext cx="6636775" cy="3383280"/>
          </a:xfrm>
          <a:noFill/>
        </p:spPr>
        <p:txBody>
          <a:bodyPr>
            <a:normAutofit/>
          </a:bodyPr>
          <a:lstStyle/>
          <a:p>
            <a:r>
              <a:rPr lang="en-US" dirty="0"/>
              <a:t>When applied to </a:t>
            </a:r>
            <a:r>
              <a:rPr lang="en-US" b="1" dirty="0"/>
              <a:t>AI-generated content</a:t>
            </a:r>
            <a:r>
              <a:rPr lang="en-US" dirty="0"/>
              <a:t>, the traditional pillars of critical thinking undergo a unique shift. AI can produce text that looks polished, but it lacks human consciousness and intent.</a:t>
            </a:r>
          </a:p>
          <a:p>
            <a:r>
              <a:rPr lang="en-US" dirty="0"/>
              <a:t>Evaluating AI output against </a:t>
            </a:r>
            <a:r>
              <a:rPr lang="en-US" b="1" dirty="0"/>
              <a:t>clarity, accuracy, relevance, and logic</a:t>
            </a:r>
            <a:r>
              <a:rPr lang="en-US" dirty="0"/>
              <a:t> is your primary defense against machine bias, hallucinations, and surface-level analysis.</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14D4AF3B-CC38-C6F7-1058-2FC5EE48D7F2}"/>
              </a:ext>
            </a:extLst>
          </p:cNvPr>
          <p:cNvSpPr>
            <a:spLocks noGrp="1"/>
          </p:cNvSpPr>
          <p:nvPr>
            <p:ph type="sldNum" sz="quarter" idx="12"/>
          </p:nvPr>
        </p:nvSpPr>
        <p:spPr/>
        <p:txBody>
          <a:bodyPr/>
          <a:lstStyle/>
          <a:p>
            <a:fld id="{69E57DC2-970A-4B3E-BB1C-7A09969E49DF}" type="slidenum">
              <a:rPr lang="en-US" smtClean="0"/>
              <a:t>4</a:t>
            </a:fld>
            <a:endParaRPr lang="en-US" dirty="0"/>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A61EC-5F42-6AB8-DF35-480F070288EB}"/>
              </a:ext>
            </a:extLst>
          </p:cNvPr>
          <p:cNvSpPr>
            <a:spLocks noGrp="1"/>
          </p:cNvSpPr>
          <p:nvPr>
            <p:ph type="title"/>
          </p:nvPr>
        </p:nvSpPr>
        <p:spPr>
          <a:xfrm>
            <a:off x="1143000" y="3200400"/>
            <a:ext cx="5029200" cy="2743200"/>
          </a:xfrm>
        </p:spPr>
        <p:txBody>
          <a:bodyPr lIns="0" anchor="t" anchorCtr="0"/>
          <a:lstStyle/>
          <a:p>
            <a:r>
              <a:rPr lang="en-US" dirty="0"/>
              <a:t>The Framework</a:t>
            </a:r>
          </a:p>
        </p:txBody>
      </p:sp>
      <p:sp>
        <p:nvSpPr>
          <p:cNvPr id="3" name="Text Placeholder 2">
            <a:extLst>
              <a:ext uri="{FF2B5EF4-FFF2-40B4-BE49-F238E27FC236}">
                <a16:creationId xmlns:a16="http://schemas.microsoft.com/office/drawing/2014/main" id="{2A399339-FABF-04A2-4090-C38B947B2B8B}"/>
              </a:ext>
            </a:extLst>
          </p:cNvPr>
          <p:cNvSpPr>
            <a:spLocks noGrp="1"/>
          </p:cNvSpPr>
          <p:nvPr>
            <p:ph type="body" sz="quarter" idx="28"/>
          </p:nvPr>
        </p:nvSpPr>
        <p:spPr>
          <a:xfrm>
            <a:off x="1261872" y="2240280"/>
            <a:ext cx="5029200" cy="760288"/>
          </a:xfrm>
        </p:spPr>
        <p:txBody>
          <a:bodyPr anchor="b" anchorCtr="0"/>
          <a:lstStyle/>
          <a:p>
            <a:r>
              <a:rPr lang="en-US" dirty="0"/>
              <a:t>Accuracy and Clarity</a:t>
            </a:r>
          </a:p>
        </p:txBody>
      </p:sp>
      <p:pic>
        <p:nvPicPr>
          <p:cNvPr id="12" name="Picture Placeholder 11" descr="A person sitting at their deck and a person walking to their desk">
            <a:extLst>
              <a:ext uri="{FF2B5EF4-FFF2-40B4-BE49-F238E27FC236}">
                <a16:creationId xmlns:a16="http://schemas.microsoft.com/office/drawing/2014/main" id="{7372550F-E2C0-2C0B-0ABA-5672CEBF71D0}"/>
              </a:ext>
            </a:extLst>
          </p:cNvPr>
          <p:cNvPicPr>
            <a:picLocks noGrp="1" noChangeAspect="1"/>
          </p:cNvPicPr>
          <p:nvPr>
            <p:ph type="pic" sz="quarter" idx="47"/>
          </p:nvPr>
        </p:nvPicPr>
        <p:blipFill>
          <a:blip r:embed="rId2"/>
          <a:srcRect l="10" r="10"/>
          <a:stretch/>
        </p:blipFill>
        <p:spPr>
          <a:xfrm>
            <a:off x="7493157" y="529148"/>
            <a:ext cx="4248873" cy="4731130"/>
          </a:xfrm>
        </p:spPr>
      </p:pic>
    </p:spTree>
    <p:extLst>
      <p:ext uri="{BB962C8B-B14F-4D97-AF65-F5344CB8AC3E}">
        <p14:creationId xmlns:p14="http://schemas.microsoft.com/office/powerpoint/2010/main" val="27350875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8CA897D2-5A78-B32C-9891-6D8CFA9AE99D}"/>
              </a:ext>
            </a:extLst>
          </p:cNvPr>
          <p:cNvPicPr>
            <a:picLocks noGrp="1" noChangeAspect="1"/>
          </p:cNvPicPr>
          <p:nvPr>
            <p:ph type="pic" sz="quarter" idx="47"/>
          </p:nvPr>
        </p:nvPicPr>
        <p:blipFill>
          <a:blip r:embed="rId2">
            <a:extLst>
              <a:ext uri="{837473B0-CC2E-450A-ABE3-18F120FF3D39}">
                <a1611:picAttrSrcUrl xmlns:a1611="http://schemas.microsoft.com/office/drawing/2016/11/main" r:id="rId3"/>
              </a:ext>
            </a:extLst>
          </a:blip>
          <a:srcRect l="5099" r="5099"/>
          <a:stretch>
            <a:fillRect/>
          </a:stretch>
        </p:blipFill>
        <p:spPr/>
      </p:pic>
      <p:sp>
        <p:nvSpPr>
          <p:cNvPr id="4" name="Text Placeholder 3">
            <a:extLst>
              <a:ext uri="{FF2B5EF4-FFF2-40B4-BE49-F238E27FC236}">
                <a16:creationId xmlns:a16="http://schemas.microsoft.com/office/drawing/2014/main" id="{37AC8F39-4683-A5A9-64A9-A04F45EC4963}"/>
              </a:ext>
            </a:extLst>
          </p:cNvPr>
          <p:cNvSpPr>
            <a:spLocks noGrp="1"/>
          </p:cNvSpPr>
          <p:nvPr>
            <p:ph type="body" sz="quarter" idx="28"/>
          </p:nvPr>
        </p:nvSpPr>
        <p:spPr>
          <a:xfrm>
            <a:off x="1261872" y="2240280"/>
            <a:ext cx="5029200" cy="532417"/>
          </a:xfrm>
        </p:spPr>
        <p:txBody>
          <a:bodyPr/>
          <a:lstStyle/>
          <a:p>
            <a:r>
              <a:rPr lang="en-US" dirty="0"/>
              <a:t>Critical Thinking – The Framework </a:t>
            </a:r>
          </a:p>
        </p:txBody>
      </p:sp>
      <p:pic>
        <p:nvPicPr>
          <p:cNvPr id="8" name="Picture 7">
            <a:extLst>
              <a:ext uri="{FF2B5EF4-FFF2-40B4-BE49-F238E27FC236}">
                <a16:creationId xmlns:a16="http://schemas.microsoft.com/office/drawing/2014/main" id="{C411BF10-15F9-9C87-4C1D-15CB744AEC3C}"/>
              </a:ext>
            </a:extLst>
          </p:cNvPr>
          <p:cNvPicPr>
            <a:picLocks noChangeAspect="1"/>
          </p:cNvPicPr>
          <p:nvPr/>
        </p:nvPicPr>
        <p:blipFill>
          <a:blip r:embed="rId4"/>
          <a:stretch>
            <a:fillRect/>
          </a:stretch>
        </p:blipFill>
        <p:spPr>
          <a:xfrm>
            <a:off x="1585722" y="3157998"/>
            <a:ext cx="4705350" cy="3314700"/>
          </a:xfrm>
          <a:prstGeom prst="rect">
            <a:avLst/>
          </a:prstGeom>
        </p:spPr>
      </p:pic>
    </p:spTree>
    <p:extLst>
      <p:ext uri="{BB962C8B-B14F-4D97-AF65-F5344CB8AC3E}">
        <p14:creationId xmlns:p14="http://schemas.microsoft.com/office/powerpoint/2010/main" val="1731376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3EC2E-10C4-8FEA-82E9-50699BB4C6B0}"/>
              </a:ext>
            </a:extLst>
          </p:cNvPr>
          <p:cNvSpPr>
            <a:spLocks noGrp="1"/>
          </p:cNvSpPr>
          <p:nvPr>
            <p:ph type="title"/>
          </p:nvPr>
        </p:nvSpPr>
        <p:spPr>
          <a:xfrm>
            <a:off x="914400" y="2487168"/>
            <a:ext cx="4793226" cy="3383280"/>
          </a:xfrm>
        </p:spPr>
        <p:txBody>
          <a:bodyPr>
            <a:normAutofit/>
          </a:bodyPr>
          <a:lstStyle/>
          <a:p>
            <a:r>
              <a:rPr lang="en-US" dirty="0"/>
              <a:t>AI Fluency</a:t>
            </a:r>
            <a:br>
              <a:rPr lang="en-US" dirty="0"/>
            </a:br>
            <a:br>
              <a:rPr lang="en-US" dirty="0"/>
            </a:br>
            <a:r>
              <a:rPr lang="en-US" sz="1800" dirty="0"/>
              <a:t>When machines can generate convincing language instantly, the human role shifts from </a:t>
            </a:r>
            <a:r>
              <a:rPr lang="en-US" b="0" i="1" dirty="0"/>
              <a:t>creator</a:t>
            </a:r>
            <a:r>
              <a:rPr lang="en-US" sz="1800" dirty="0"/>
              <a:t> to </a:t>
            </a:r>
            <a:r>
              <a:rPr lang="en-US" b="0" i="1" dirty="0"/>
              <a:t>editor, auditor, and ultimate judge</a:t>
            </a:r>
            <a:r>
              <a:rPr lang="en-US" sz="1800" dirty="0"/>
              <a:t>.</a:t>
            </a:r>
          </a:p>
        </p:txBody>
      </p:sp>
      <p:sp>
        <p:nvSpPr>
          <p:cNvPr id="4" name="Text Placeholder 3">
            <a:extLst>
              <a:ext uri="{FF2B5EF4-FFF2-40B4-BE49-F238E27FC236}">
                <a16:creationId xmlns:a16="http://schemas.microsoft.com/office/drawing/2014/main" id="{BC834571-380C-FB36-37AF-13E2486111D2}"/>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6217920" y="2487168"/>
            <a:ext cx="5029200" cy="3383280"/>
          </a:xfrm>
        </p:spPr>
        <p:txBody>
          <a:bodyPr>
            <a:normAutofit/>
          </a:bodyPr>
          <a:lstStyle/>
          <a:p>
            <a:r>
              <a:rPr lang="en-US" b="1" dirty="0"/>
              <a:t>AI fluency</a:t>
            </a:r>
            <a:r>
              <a:rPr lang="en-US" dirty="0"/>
              <a:t>—the ability of large language models to generate highly polished, authoritative, and grammatically flawless prose—creates a psychological illusion of competence. </a:t>
            </a:r>
          </a:p>
          <a:p>
            <a:r>
              <a:rPr lang="en-US" dirty="0"/>
              <a:t>Because the output </a:t>
            </a:r>
            <a:r>
              <a:rPr lang="en-US" i="1" dirty="0"/>
              <a:t>sounds</a:t>
            </a:r>
            <a:r>
              <a:rPr lang="en-US" dirty="0"/>
              <a:t> like it was written by an expert, human brains naturally drop their cognitive guard. This makes </a:t>
            </a:r>
            <a:r>
              <a:rPr lang="en-US" b="1" dirty="0"/>
              <a:t>independent judgment more critical than ever before.</a:t>
            </a:r>
            <a:endParaRPr lang="en-US" dirty="0"/>
          </a:p>
        </p:txBody>
      </p:sp>
      <p:sp>
        <p:nvSpPr>
          <p:cNvPr id="9" name="Slide Number Placeholder 3">
            <a:extLst>
              <a:ext uri="{FF2B5EF4-FFF2-40B4-BE49-F238E27FC236}">
                <a16:creationId xmlns:a16="http://schemas.microsoft.com/office/drawing/2014/main" id="{9A11A463-A188-380B-759C-9171903AF3A2}"/>
              </a:ext>
            </a:extLst>
          </p:cNvPr>
          <p:cNvSpPr>
            <a:spLocks noGrp="1"/>
          </p:cNvSpPr>
          <p:nvPr>
            <p:ph type="sldNum" sz="quarter" idx="12"/>
          </p:nvPr>
        </p:nvSpPr>
        <p:spPr>
          <a:xfrm>
            <a:off x="11194169" y="6217920"/>
            <a:ext cx="458592" cy="365125"/>
          </a:xfrm>
        </p:spPr>
        <p:txBody>
          <a:bodyPr/>
          <a:lstStyle/>
          <a:p>
            <a:pPr>
              <a:spcAft>
                <a:spcPts val="600"/>
              </a:spcAft>
            </a:pPr>
            <a:fld id="{69E57DC2-970A-4B3E-BB1C-7A09969E49DF}" type="slidenum">
              <a:rPr lang="en-US" smtClean="0"/>
              <a:pPr>
                <a:spcAft>
                  <a:spcPts val="600"/>
                </a:spcAft>
              </a:pPr>
              <a:t>7</a:t>
            </a:fld>
            <a:endParaRPr lang="en-US"/>
          </a:p>
        </p:txBody>
      </p:sp>
    </p:spTree>
    <p:extLst>
      <p:ext uri="{BB962C8B-B14F-4D97-AF65-F5344CB8AC3E}">
        <p14:creationId xmlns:p14="http://schemas.microsoft.com/office/powerpoint/2010/main" val="1561556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92486-F32C-CB6A-A5E7-090BF3F71FB8}"/>
              </a:ext>
            </a:extLst>
          </p:cNvPr>
          <p:cNvSpPr>
            <a:spLocks noGrp="1"/>
          </p:cNvSpPr>
          <p:nvPr>
            <p:ph type="title"/>
          </p:nvPr>
        </p:nvSpPr>
        <p:spPr/>
        <p:txBody>
          <a:bodyPr>
            <a:normAutofit fontScale="90000"/>
          </a:bodyPr>
          <a:lstStyle/>
          <a:p>
            <a:r>
              <a:rPr lang="en-US" sz="2000" b="0" dirty="0">
                <a:latin typeface="+mn-lt"/>
              </a:rPr>
              <a:t>In human psychology, we often equate eloquence with expertise. AI exploits this shortcut. An AI model can state a complete fabrication with the exact same confidence, tone, and sentence structure as a verified medical fact.</a:t>
            </a:r>
            <a:br>
              <a:rPr lang="en-US" sz="2000" b="0" dirty="0">
                <a:latin typeface="+mn-lt"/>
              </a:rPr>
            </a:br>
            <a:br>
              <a:rPr lang="en-US" sz="2000" b="0" dirty="0">
                <a:latin typeface="+mn-lt"/>
              </a:rPr>
            </a:br>
            <a:r>
              <a:rPr lang="en-US" sz="2000" b="0" dirty="0">
                <a:latin typeface="+mn-lt"/>
              </a:rPr>
              <a:t>Without independent judgment, humans fall victim to </a:t>
            </a:r>
            <a:r>
              <a:rPr lang="en-US" sz="2000" dirty="0">
                <a:latin typeface="+mn-lt"/>
              </a:rPr>
              <a:t>automation bias</a:t>
            </a:r>
            <a:r>
              <a:rPr lang="en-US" sz="2000" b="0" dirty="0">
                <a:latin typeface="+mn-lt"/>
              </a:rPr>
              <a:t>: the tendency to trust automated systems even when they contradict human logic or reality.</a:t>
            </a:r>
            <a:br>
              <a:rPr lang="en-US" sz="2000" b="0" dirty="0">
                <a:latin typeface="+mn-lt"/>
              </a:rPr>
            </a:br>
            <a:endParaRPr lang="en-US" sz="2000" dirty="0">
              <a:latin typeface="+mn-lt"/>
            </a:endParaRPr>
          </a:p>
        </p:txBody>
      </p:sp>
      <p:pic>
        <p:nvPicPr>
          <p:cNvPr id="8" name="Content Placeholder 7">
            <a:extLst>
              <a:ext uri="{FF2B5EF4-FFF2-40B4-BE49-F238E27FC236}">
                <a16:creationId xmlns:a16="http://schemas.microsoft.com/office/drawing/2014/main" id="{9DE087AF-AAB2-CCCB-169F-B6C1C24E370A}"/>
              </a:ext>
            </a:extLst>
          </p:cNvPr>
          <p:cNvPicPr>
            <a:picLocks noGrp="1" noChangeAspect="1"/>
          </p:cNvPicPr>
          <p:nvPr>
            <p:ph idx="14"/>
          </p:nvPr>
        </p:nvPicPr>
        <p:blipFill>
          <a:blip r:embed="rId2"/>
          <a:stretch>
            <a:fillRect/>
          </a:stretch>
        </p:blipFill>
        <p:spPr>
          <a:xfrm>
            <a:off x="2568473" y="3180442"/>
            <a:ext cx="5410405" cy="2946038"/>
          </a:xfrm>
          <a:prstGeom prst="rect">
            <a:avLst/>
          </a:prstGeom>
        </p:spPr>
      </p:pic>
      <p:sp>
        <p:nvSpPr>
          <p:cNvPr id="4" name="Slide Number Placeholder 3">
            <a:extLst>
              <a:ext uri="{FF2B5EF4-FFF2-40B4-BE49-F238E27FC236}">
                <a16:creationId xmlns:a16="http://schemas.microsoft.com/office/drawing/2014/main" id="{224D3990-2AF3-4505-15E5-815ACC53474B}"/>
              </a:ext>
            </a:extLst>
          </p:cNvPr>
          <p:cNvSpPr>
            <a:spLocks noGrp="1"/>
          </p:cNvSpPr>
          <p:nvPr>
            <p:ph type="sldNum" sz="quarter" idx="12"/>
          </p:nvPr>
        </p:nvSpPr>
        <p:spPr/>
        <p:txBody>
          <a:bodyPr/>
          <a:lstStyle/>
          <a:p>
            <a:fld id="{69E57DC2-970A-4B3E-BB1C-7A09969E49DF}" type="slidenum">
              <a:rPr lang="en-US" smtClean="0"/>
              <a:t>8</a:t>
            </a:fld>
            <a:endParaRPr lang="en-US" dirty="0"/>
          </a:p>
        </p:txBody>
      </p:sp>
      <p:sp>
        <p:nvSpPr>
          <p:cNvPr id="5" name="TextBox 4">
            <a:extLst>
              <a:ext uri="{FF2B5EF4-FFF2-40B4-BE49-F238E27FC236}">
                <a16:creationId xmlns:a16="http://schemas.microsoft.com/office/drawing/2014/main" id="{43F6EA11-26CD-CE7F-26BB-A880307FAC7D}"/>
              </a:ext>
            </a:extLst>
          </p:cNvPr>
          <p:cNvSpPr txBox="1"/>
          <p:nvPr/>
        </p:nvSpPr>
        <p:spPr>
          <a:xfrm>
            <a:off x="914400" y="1268361"/>
            <a:ext cx="7639665" cy="369332"/>
          </a:xfrm>
          <a:prstGeom prst="rect">
            <a:avLst/>
          </a:prstGeom>
        </p:spPr>
        <p:txBody>
          <a:bodyPr wrap="square" rtlCol="0">
            <a:spAutoFit/>
          </a:bodyPr>
          <a:lstStyle/>
          <a:p>
            <a:pPr marL="0" indent="0" algn="ctr">
              <a:lnSpc>
                <a:spcPct val="100000"/>
              </a:lnSpc>
              <a:spcBef>
                <a:spcPts val="0"/>
              </a:spcBef>
              <a:buFontTx/>
              <a:buNone/>
            </a:pPr>
            <a:r>
              <a:rPr lang="en-US" sz="1800" dirty="0">
                <a:solidFill>
                  <a:prstClr val="white"/>
                </a:solidFill>
                <a:latin typeface="Posterama" panose="020B0504020200020000" pitchFamily="34" charset="0"/>
                <a:ea typeface="微软雅黑"/>
                <a:cs typeface="Posterama" panose="020B0504020200020000" pitchFamily="34" charset="0"/>
              </a:rPr>
              <a:t>The Danger of Fluency Bias</a:t>
            </a:r>
          </a:p>
        </p:txBody>
      </p:sp>
    </p:spTree>
    <p:extLst>
      <p:ext uri="{BB962C8B-B14F-4D97-AF65-F5344CB8AC3E}">
        <p14:creationId xmlns:p14="http://schemas.microsoft.com/office/powerpoint/2010/main" val="4059578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C4545-4E45-4452-5304-6A173E134D42}"/>
              </a:ext>
            </a:extLst>
          </p:cNvPr>
          <p:cNvSpPr>
            <a:spLocks noGrp="1"/>
          </p:cNvSpPr>
          <p:nvPr>
            <p:ph type="title"/>
          </p:nvPr>
        </p:nvSpPr>
        <p:spPr>
          <a:xfrm>
            <a:off x="914400" y="731520"/>
            <a:ext cx="9653666" cy="2103120"/>
          </a:xfrm>
        </p:spPr>
        <p:txBody>
          <a:bodyPr/>
          <a:lstStyle/>
          <a:p>
            <a:r>
              <a:rPr lang="en-US" dirty="0"/>
              <a:t>4 Step Claim Audit Framework</a:t>
            </a:r>
          </a:p>
        </p:txBody>
      </p:sp>
      <p:pic>
        <p:nvPicPr>
          <p:cNvPr id="6" name="Content Placeholder 5">
            <a:extLst>
              <a:ext uri="{FF2B5EF4-FFF2-40B4-BE49-F238E27FC236}">
                <a16:creationId xmlns:a16="http://schemas.microsoft.com/office/drawing/2014/main" id="{4BB2ECB5-A925-75B9-81A4-1449B5CC240B}"/>
              </a:ext>
            </a:extLst>
          </p:cNvPr>
          <p:cNvPicPr>
            <a:picLocks noGrp="1" noChangeAspect="1"/>
          </p:cNvPicPr>
          <p:nvPr>
            <p:ph idx="14"/>
          </p:nvPr>
        </p:nvPicPr>
        <p:blipFill>
          <a:blip r:embed="rId2"/>
          <a:stretch>
            <a:fillRect/>
          </a:stretch>
        </p:blipFill>
        <p:spPr>
          <a:xfrm>
            <a:off x="2341101" y="3318511"/>
            <a:ext cx="4524375" cy="704850"/>
          </a:xfrm>
          <a:prstGeom prst="rect">
            <a:avLst/>
          </a:prstGeom>
          <a:ln>
            <a:noFill/>
          </a:ln>
          <a:effectLst>
            <a:outerShdw blurRad="292100" dist="139700" dir="2700000" algn="tl" rotWithShape="0">
              <a:srgbClr val="333333">
                <a:alpha val="65000"/>
              </a:srgbClr>
            </a:outerShdw>
          </a:effectLst>
        </p:spPr>
      </p:pic>
      <p:sp>
        <p:nvSpPr>
          <p:cNvPr id="4" name="Slide Number Placeholder 3">
            <a:extLst>
              <a:ext uri="{FF2B5EF4-FFF2-40B4-BE49-F238E27FC236}">
                <a16:creationId xmlns:a16="http://schemas.microsoft.com/office/drawing/2014/main" id="{0486C4E2-7BD9-83E0-8A54-54A66B8F6A20}"/>
              </a:ext>
            </a:extLst>
          </p:cNvPr>
          <p:cNvSpPr>
            <a:spLocks noGrp="1"/>
          </p:cNvSpPr>
          <p:nvPr>
            <p:ph type="sldNum" sz="quarter" idx="12"/>
          </p:nvPr>
        </p:nvSpPr>
        <p:spPr/>
        <p:txBody>
          <a:bodyPr/>
          <a:lstStyle/>
          <a:p>
            <a:fld id="{CBD12358-51D2-46B3-9BDE-DF29528B9454}" type="slidenum">
              <a:rPr lang="en-US" smtClean="0"/>
              <a:t>9</a:t>
            </a:fld>
            <a:endParaRPr lang="en-US" dirty="0"/>
          </a:p>
        </p:txBody>
      </p:sp>
      <p:sp>
        <p:nvSpPr>
          <p:cNvPr id="7" name="TextBox 6">
            <a:extLst>
              <a:ext uri="{FF2B5EF4-FFF2-40B4-BE49-F238E27FC236}">
                <a16:creationId xmlns:a16="http://schemas.microsoft.com/office/drawing/2014/main" id="{BDE0F403-B08E-B405-5F1E-E86B7487EB4C}"/>
              </a:ext>
            </a:extLst>
          </p:cNvPr>
          <p:cNvSpPr txBox="1"/>
          <p:nvPr/>
        </p:nvSpPr>
        <p:spPr>
          <a:xfrm>
            <a:off x="1224116" y="4572000"/>
            <a:ext cx="9743768" cy="1877437"/>
          </a:xfrm>
          <a:prstGeom prst="rect">
            <a:avLst/>
          </a:prstGeom>
        </p:spPr>
        <p:txBody>
          <a:bodyPr wrap="square" rtlCol="0">
            <a:spAutoFit/>
          </a:bodyPr>
          <a:lstStyle/>
          <a:p>
            <a:r>
              <a:rPr lang="en-US" dirty="0">
                <a:solidFill>
                  <a:schemeClr val="bg1"/>
                </a:solidFill>
              </a:rPr>
              <a:t>1. </a:t>
            </a:r>
            <a:r>
              <a:rPr lang="en-US" b="1" dirty="0"/>
              <a:t>🛑 </a:t>
            </a:r>
            <a:r>
              <a:rPr lang="en-US" b="1" dirty="0">
                <a:solidFill>
                  <a:schemeClr val="bg1"/>
                </a:solidFill>
              </a:rPr>
              <a:t>Stop (Check Your Bias &amp; Tone)</a:t>
            </a:r>
          </a:p>
          <a:p>
            <a:r>
              <a:rPr lang="en-US" sz="1600" dirty="0">
                <a:solidFill>
                  <a:schemeClr val="bg1"/>
                </a:solidFill>
              </a:rPr>
              <a:t>Before processing the information, pause. Fluently written text or emotionally charged claims trick our brains into instant agreement.</a:t>
            </a:r>
          </a:p>
          <a:p>
            <a:pPr lvl="0"/>
            <a:r>
              <a:rPr lang="en-US" sz="1600" b="1" dirty="0">
                <a:solidFill>
                  <a:schemeClr val="bg1"/>
                </a:solidFill>
              </a:rPr>
              <a:t>The Question:</a:t>
            </a:r>
            <a:r>
              <a:rPr lang="en-US" sz="1600" dirty="0">
                <a:solidFill>
                  <a:schemeClr val="bg1"/>
                </a:solidFill>
              </a:rPr>
              <a:t> Am I believing this just because it sounds professional, or because it aligns with what I already want to be true?</a:t>
            </a:r>
          </a:p>
          <a:p>
            <a:pPr lvl="0"/>
            <a:r>
              <a:rPr lang="en-US" sz="1600" b="1" dirty="0">
                <a:solidFill>
                  <a:schemeClr val="bg1"/>
                </a:solidFill>
              </a:rPr>
              <a:t>The Action:</a:t>
            </a:r>
            <a:r>
              <a:rPr lang="en-US" sz="1600" dirty="0">
                <a:solidFill>
                  <a:schemeClr val="bg1"/>
                </a:solidFill>
              </a:rPr>
              <a:t> Treat the claim as a hypothesis, not a fact.</a:t>
            </a:r>
          </a:p>
          <a:p>
            <a:pPr marL="0" indent="0" algn="ctr">
              <a:lnSpc>
                <a:spcPct val="100000"/>
              </a:lnSpc>
              <a:spcBef>
                <a:spcPts val="0"/>
              </a:spcBef>
              <a:buFontTx/>
              <a:buNone/>
            </a:pPr>
            <a:endParaRPr lang="en-US" sz="1800" dirty="0">
              <a:solidFill>
                <a:prstClr val="white"/>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3600492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95B1CD-A2E1-272A-A237-4631C1D616AE}"/>
              </a:ext>
            </a:extLst>
          </p:cNvPr>
          <p:cNvSpPr>
            <a:spLocks noGrp="1"/>
          </p:cNvSpPr>
          <p:nvPr>
            <p:ph idx="14"/>
          </p:nvPr>
        </p:nvSpPr>
        <p:spPr>
          <a:xfrm>
            <a:off x="914400" y="2713703"/>
            <a:ext cx="10149840" cy="3321337"/>
          </a:xfrm>
        </p:spPr>
        <p:txBody>
          <a:bodyPr/>
          <a:lstStyle/>
          <a:p>
            <a:pPr marL="0" indent="0">
              <a:buNone/>
            </a:pPr>
            <a:r>
              <a:rPr lang="en-US" b="1" dirty="0"/>
              <a:t>2. 🔍 Investigate the Source</a:t>
            </a:r>
          </a:p>
          <a:p>
            <a:r>
              <a:rPr lang="en-US" dirty="0"/>
              <a:t>Look into who or what is making the claim.</a:t>
            </a:r>
          </a:p>
          <a:p>
            <a:pPr lvl="0"/>
            <a:r>
              <a:rPr lang="en-US" b="1" dirty="0"/>
              <a:t>The Question:</a:t>
            </a:r>
            <a:r>
              <a:rPr lang="en-US" dirty="0"/>
              <a:t> What is the track record, expertise, or motive of the creator (human or AI engine)?</a:t>
            </a:r>
          </a:p>
          <a:p>
            <a:pPr lvl="0"/>
            <a:r>
              <a:rPr lang="en-US" b="1" dirty="0"/>
              <a:t>The Action:</a:t>
            </a:r>
            <a:r>
              <a:rPr lang="en-US" dirty="0"/>
              <a:t> If it is an AI, remember it is a word-predictor, not a truth-engine. If it is a human, check if they are an expert in </a:t>
            </a:r>
            <a:r>
              <a:rPr lang="en-US" i="1" dirty="0"/>
              <a:t>this specific field</a:t>
            </a:r>
            <a:r>
              <a:rPr lang="en-US" dirty="0"/>
              <a:t> or just a loud voice.</a:t>
            </a:r>
          </a:p>
          <a:p>
            <a:endParaRPr lang="en-US" dirty="0"/>
          </a:p>
        </p:txBody>
      </p:sp>
      <p:sp>
        <p:nvSpPr>
          <p:cNvPr id="4" name="Slide Number Placeholder 3">
            <a:extLst>
              <a:ext uri="{FF2B5EF4-FFF2-40B4-BE49-F238E27FC236}">
                <a16:creationId xmlns:a16="http://schemas.microsoft.com/office/drawing/2014/main" id="{3ABE7128-3913-67A0-B497-C0EC91E8D502}"/>
              </a:ext>
            </a:extLst>
          </p:cNvPr>
          <p:cNvSpPr>
            <a:spLocks noGrp="1"/>
          </p:cNvSpPr>
          <p:nvPr>
            <p:ph type="sldNum" sz="quarter" idx="12"/>
          </p:nvPr>
        </p:nvSpPr>
        <p:spPr/>
        <p:txBody>
          <a:bodyPr/>
          <a:lstStyle/>
          <a:p>
            <a:fld id="{CBD12358-51D2-46B3-9BDE-DF29528B9454}" type="slidenum">
              <a:rPr lang="en-US" smtClean="0"/>
              <a:t>10</a:t>
            </a:fld>
            <a:endParaRPr lang="en-US" dirty="0"/>
          </a:p>
        </p:txBody>
      </p:sp>
    </p:spTree>
    <p:extLst>
      <p:ext uri="{BB962C8B-B14F-4D97-AF65-F5344CB8AC3E}">
        <p14:creationId xmlns:p14="http://schemas.microsoft.com/office/powerpoint/2010/main" val="2152168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496C9E-506F-67B1-EA77-C70AEE0CB3F0}"/>
              </a:ext>
            </a:extLst>
          </p:cNvPr>
          <p:cNvSpPr>
            <a:spLocks noGrp="1"/>
          </p:cNvSpPr>
          <p:nvPr>
            <p:ph idx="14"/>
          </p:nvPr>
        </p:nvSpPr>
        <p:spPr>
          <a:xfrm>
            <a:off x="914400" y="1858297"/>
            <a:ext cx="10149840" cy="4176743"/>
          </a:xfrm>
        </p:spPr>
        <p:txBody>
          <a:bodyPr>
            <a:normAutofit fontScale="92500"/>
          </a:bodyPr>
          <a:lstStyle/>
          <a:p>
            <a:pPr marL="0" indent="0">
              <a:buNone/>
            </a:pPr>
            <a:r>
              <a:rPr lang="en-US" b="1" dirty="0"/>
              <a:t>3. 🎯 Find Trusted Coverage</a:t>
            </a:r>
          </a:p>
          <a:p>
            <a:r>
              <a:rPr lang="en-US" dirty="0"/>
              <a:t>Look for a consensus or alternative perspectives. Never rely on a single piece of output to form a judgment.</a:t>
            </a:r>
          </a:p>
          <a:p>
            <a:pPr lvl="0"/>
            <a:r>
              <a:rPr lang="en-US" b="1" dirty="0"/>
              <a:t>The Question:</a:t>
            </a:r>
            <a:r>
              <a:rPr lang="en-US" dirty="0"/>
              <a:t> Do other independent, reputable sources confirm this exact data point or conclusion?</a:t>
            </a:r>
          </a:p>
          <a:p>
            <a:pPr lvl="0"/>
            <a:r>
              <a:rPr lang="en-US" b="1" dirty="0"/>
              <a:t>The Action:</a:t>
            </a:r>
            <a:r>
              <a:rPr lang="en-US" dirty="0"/>
              <a:t> Perform a quick lateral search. Look up the core claim elsewhere rather than just reading the text provided.</a:t>
            </a:r>
          </a:p>
          <a:p>
            <a:pPr marL="0" indent="0">
              <a:buNone/>
            </a:pPr>
            <a:r>
              <a:rPr lang="en-US" b="1" dirty="0"/>
              <a:t>4. 🪓 Trace Claims to the Original Context</a:t>
            </a:r>
          </a:p>
          <a:p>
            <a:r>
              <a:rPr lang="en-US" dirty="0"/>
              <a:t>Claims are often distorted when summarized, clipped, or generated by an AI model.</a:t>
            </a:r>
          </a:p>
          <a:p>
            <a:pPr lvl="0"/>
            <a:r>
              <a:rPr lang="en-US" b="1" dirty="0"/>
              <a:t>The Question:</a:t>
            </a:r>
            <a:r>
              <a:rPr lang="en-US" dirty="0"/>
              <a:t> What did the original study, quote, or data point actually say before it was repackaged?</a:t>
            </a:r>
          </a:p>
          <a:p>
            <a:pPr lvl="0"/>
            <a:r>
              <a:rPr lang="en-US" b="1" dirty="0"/>
              <a:t>The Action:</a:t>
            </a:r>
            <a:r>
              <a:rPr lang="en-US" dirty="0"/>
              <a:t> Click the embedded links, look up the cited case, or demand the primary source. If the source doesn't exist, drop the claim.</a:t>
            </a:r>
          </a:p>
          <a:p>
            <a:endParaRPr lang="en-US" dirty="0"/>
          </a:p>
        </p:txBody>
      </p:sp>
      <p:sp>
        <p:nvSpPr>
          <p:cNvPr id="4" name="Slide Number Placeholder 3">
            <a:extLst>
              <a:ext uri="{FF2B5EF4-FFF2-40B4-BE49-F238E27FC236}">
                <a16:creationId xmlns:a16="http://schemas.microsoft.com/office/drawing/2014/main" id="{CF511D63-7211-9D2B-F8B5-BC02FF9B737C}"/>
              </a:ext>
            </a:extLst>
          </p:cNvPr>
          <p:cNvSpPr>
            <a:spLocks noGrp="1"/>
          </p:cNvSpPr>
          <p:nvPr>
            <p:ph type="sldNum" sz="quarter" idx="12"/>
          </p:nvPr>
        </p:nvSpPr>
        <p:spPr/>
        <p:txBody>
          <a:bodyPr/>
          <a:lstStyle/>
          <a:p>
            <a:fld id="{CBD12358-51D2-46B3-9BDE-DF29528B9454}" type="slidenum">
              <a:rPr lang="en-US" smtClean="0"/>
              <a:t>11</a:t>
            </a:fld>
            <a:endParaRPr lang="en-US" dirty="0"/>
          </a:p>
        </p:txBody>
      </p:sp>
    </p:spTree>
    <p:extLst>
      <p:ext uri="{BB962C8B-B14F-4D97-AF65-F5344CB8AC3E}">
        <p14:creationId xmlns:p14="http://schemas.microsoft.com/office/powerpoint/2010/main" val="2721577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D18537-D028-9E9C-FB87-93F24955DFC7}"/>
              </a:ext>
            </a:extLst>
          </p:cNvPr>
          <p:cNvSpPr>
            <a:spLocks noGrp="1"/>
          </p:cNvSpPr>
          <p:nvPr>
            <p:ph type="title"/>
          </p:nvPr>
        </p:nvSpPr>
        <p:spPr>
          <a:xfrm>
            <a:off x="914400" y="731520"/>
            <a:ext cx="3931920" cy="2103120"/>
          </a:xfrm>
        </p:spPr>
        <p:txBody>
          <a:bodyPr anchor="b" anchorCtr="0"/>
          <a:lstStyle/>
          <a:p>
            <a:r>
              <a:rPr lang="en-US" dirty="0"/>
              <a:t>Cognitive Bias &amp; Mental Traps</a:t>
            </a:r>
          </a:p>
        </p:txBody>
      </p:sp>
      <p:sp>
        <p:nvSpPr>
          <p:cNvPr id="20" name="Text Placeholder 19">
            <a:extLst>
              <a:ext uri="{FF2B5EF4-FFF2-40B4-BE49-F238E27FC236}">
                <a16:creationId xmlns:a16="http://schemas.microsoft.com/office/drawing/2014/main" id="{CC0093B1-77CC-1E61-FB22-E136F94EABD2}"/>
              </a:ext>
            </a:extLst>
          </p:cNvPr>
          <p:cNvSpPr>
            <a:spLocks noGrp="1"/>
          </p:cNvSpPr>
          <p:nvPr>
            <p:ph idx="1"/>
          </p:nvPr>
        </p:nvSpPr>
        <p:spPr>
          <a:xfrm>
            <a:off x="914400" y="3108960"/>
            <a:ext cx="3931920" cy="2651760"/>
          </a:xfrm>
        </p:spPr>
        <p:txBody>
          <a:bodyPr>
            <a:normAutofit/>
          </a:bodyPr>
          <a:lstStyle/>
          <a:p>
            <a:r>
              <a:rPr lang="en-US" dirty="0"/>
              <a:t>Confirmation Bias </a:t>
            </a:r>
          </a:p>
          <a:p>
            <a:r>
              <a:rPr lang="en-US" dirty="0"/>
              <a:t>Anchoring Bias </a:t>
            </a:r>
          </a:p>
          <a:p>
            <a:r>
              <a:rPr lang="en-US" dirty="0"/>
              <a:t>Automation Bias</a:t>
            </a:r>
          </a:p>
        </p:txBody>
      </p:sp>
      <p:pic>
        <p:nvPicPr>
          <p:cNvPr id="12" name="Picture Placeholder 11" descr="Three people having a discussion at a table">
            <a:extLst>
              <a:ext uri="{FF2B5EF4-FFF2-40B4-BE49-F238E27FC236}">
                <a16:creationId xmlns:a16="http://schemas.microsoft.com/office/drawing/2014/main" id="{8C4B5C6A-45B4-1976-622A-4CEB4E3211BC}"/>
              </a:ext>
            </a:extLst>
          </p:cNvPr>
          <p:cNvPicPr>
            <a:picLocks noGrp="1" noChangeAspect="1"/>
          </p:cNvPicPr>
          <p:nvPr>
            <p:ph type="pic" sz="quarter" idx="54"/>
          </p:nvPr>
        </p:nvPicPr>
        <p:blipFill rotWithShape="1">
          <a:blip r:embed="rId3">
            <a:extLst>
              <a:ext uri="{BEBA8EAE-BF5A-486C-A8C5-ECC9F3942E4B}">
                <a14:imgProps xmlns:a14="http://schemas.microsoft.com/office/drawing/2010/main">
                  <a14:imgLayer r:embed="rId4">
                    <a14:imgEffect>
                      <a14:colorTemperature colorTemp="7753"/>
                    </a14:imgEffect>
                    <a14:imgEffect>
                      <a14:saturation sat="133000"/>
                    </a14:imgEffect>
                    <a14:imgEffect>
                      <a14:brightnessContrast bright="4000" contrast="3000"/>
                    </a14:imgEffect>
                  </a14:imgLayer>
                </a14:imgProps>
              </a:ext>
            </a:extLst>
          </a:blip>
          <a:srcRect l="18665" r="18665"/>
          <a:stretch/>
        </p:blipFill>
        <p:spPr>
          <a:xfrm>
            <a:off x="5745002" y="0"/>
            <a:ext cx="6446999" cy="6858000"/>
          </a:xfrm>
        </p:spPr>
      </p:pic>
      <p:sp>
        <p:nvSpPr>
          <p:cNvPr id="9" name="Slide Number Placeholder 13">
            <a:extLst>
              <a:ext uri="{FF2B5EF4-FFF2-40B4-BE49-F238E27FC236}">
                <a16:creationId xmlns:a16="http://schemas.microsoft.com/office/drawing/2014/main" id="{D246665A-6901-3F62-340A-A95E775ACA48}"/>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12</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A26B3DA3-995E-263F-F271-D0DCB60A6118}"/>
              </a:ext>
            </a:extLst>
          </p:cNvPr>
          <p:cNvSpPr>
            <a:spLocks noGrp="1"/>
          </p:cNvSpPr>
          <p:nvPr>
            <p:ph type="sldNum" sz="quarter" idx="53"/>
          </p:nvPr>
        </p:nvSpPr>
        <p:spPr/>
        <p:txBody>
          <a:bodyPr/>
          <a:lstStyle/>
          <a:p>
            <a:fld id="{47FEACEE-25B4-4A2D-B147-27296E36371D}" type="slidenum">
              <a:rPr lang="en-US" altLang="zh-CN" noProof="0" smtClean="0"/>
              <a:pPr/>
              <a:t>12</a:t>
            </a:fld>
            <a:endParaRPr lang="en-US" altLang="zh-CN" noProof="0" dirty="0"/>
          </a:p>
        </p:txBody>
      </p:sp>
    </p:spTree>
    <p:extLst>
      <p:ext uri="{BB962C8B-B14F-4D97-AF65-F5344CB8AC3E}">
        <p14:creationId xmlns:p14="http://schemas.microsoft.com/office/powerpoint/2010/main" val="775548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FFA50DF-F8D0-EEAF-0638-F28084DC6FC8}"/>
              </a:ext>
            </a:extLst>
          </p:cNvPr>
          <p:cNvSpPr>
            <a:spLocks noGrp="1"/>
          </p:cNvSpPr>
          <p:nvPr>
            <p:ph type="title"/>
          </p:nvPr>
        </p:nvSpPr>
        <p:spPr>
          <a:xfrm>
            <a:off x="1902542" y="731520"/>
            <a:ext cx="9125122" cy="758067"/>
          </a:xfrm>
        </p:spPr>
        <p:txBody>
          <a:bodyPr/>
          <a:lstStyle/>
          <a:p>
            <a:r>
              <a:rPr lang="en-US" dirty="0"/>
              <a:t>3 Critical Mental Maps</a:t>
            </a:r>
          </a:p>
        </p:txBody>
      </p:sp>
      <p:sp>
        <p:nvSpPr>
          <p:cNvPr id="7" name="Text Placeholder 6">
            <a:extLst>
              <a:ext uri="{FF2B5EF4-FFF2-40B4-BE49-F238E27FC236}">
                <a16:creationId xmlns:a16="http://schemas.microsoft.com/office/drawing/2014/main" id="{F8E09D42-DDF3-7694-BDDA-0EBA1CF7FAFB}"/>
              </a:ext>
            </a:extLst>
          </p:cNvPr>
          <p:cNvSpPr>
            <a:spLocks noGrp="1"/>
          </p:cNvSpPr>
          <p:nvPr>
            <p:ph type="body" sz="quarter" idx="28"/>
          </p:nvPr>
        </p:nvSpPr>
        <p:spPr>
          <a:xfrm>
            <a:off x="899652" y="1755059"/>
            <a:ext cx="10454148" cy="4645742"/>
          </a:xfrm>
        </p:spPr>
        <p:txBody>
          <a:bodyPr>
            <a:normAutofit lnSpcReduction="10000"/>
          </a:bodyPr>
          <a:lstStyle/>
          <a:p>
            <a:r>
              <a:rPr lang="en-US" b="1" dirty="0"/>
              <a:t>1. Confirmation Bias: The Reality Filter</a:t>
            </a:r>
          </a:p>
          <a:p>
            <a:pPr lvl="0"/>
            <a:r>
              <a:rPr lang="en-US" b="1" dirty="0"/>
              <a:t>What it is:</a:t>
            </a:r>
            <a:r>
              <a:rPr lang="en-US" dirty="0"/>
              <a:t> The deeply ingrained human tendency to search for, interpret, and recall information in a way that </a:t>
            </a:r>
            <a:r>
              <a:rPr lang="en-US" b="1" dirty="0"/>
              <a:t>confirms our pre-existing beliefs or hypotheses</a:t>
            </a:r>
            <a:r>
              <a:rPr lang="en-US" dirty="0"/>
              <a:t>, while completely ignoring contradictory evidence.</a:t>
            </a:r>
          </a:p>
          <a:p>
            <a:pPr lvl="0"/>
            <a:endParaRPr lang="en-US" dirty="0"/>
          </a:p>
          <a:p>
            <a:r>
              <a:rPr lang="en-US" b="1" dirty="0"/>
              <a:t>2. Anchoring Bias: The First-Impression Lock</a:t>
            </a:r>
          </a:p>
          <a:p>
            <a:pPr lvl="0"/>
            <a:r>
              <a:rPr lang="en-US" b="1" dirty="0"/>
              <a:t>What it is:</a:t>
            </a:r>
            <a:r>
              <a:rPr lang="en-US" dirty="0"/>
              <a:t> The cognitive tendency to </a:t>
            </a:r>
            <a:r>
              <a:rPr lang="en-US" b="1" dirty="0"/>
              <a:t>rely too heavily on the first piece of information encountered</a:t>
            </a:r>
            <a:r>
              <a:rPr lang="en-US" dirty="0"/>
              <a:t> (the "anchor") when making decisions, even if that information is arbitrary or inaccurate.</a:t>
            </a:r>
          </a:p>
          <a:p>
            <a:pPr lvl="0"/>
            <a:endParaRPr lang="en-US" dirty="0"/>
          </a:p>
          <a:p>
            <a:r>
              <a:rPr lang="en-US" b="1" dirty="0"/>
              <a:t>3. Automation Bias: The Illusion of Mechanical Infallibility</a:t>
            </a:r>
          </a:p>
          <a:p>
            <a:pPr lvl="0"/>
            <a:r>
              <a:rPr lang="en-US" b="1" dirty="0"/>
              <a:t>What it is:</a:t>
            </a:r>
            <a:r>
              <a:rPr lang="en-US" dirty="0"/>
              <a:t> The psychological tendency to </a:t>
            </a:r>
            <a:r>
              <a:rPr lang="en-US" b="1" dirty="0"/>
              <a:t>over-trust automated systems simply because "the computer said so."</a:t>
            </a:r>
            <a:r>
              <a:rPr lang="en-US" dirty="0"/>
              <a:t> Humans naturally attribute a higher level of objectivity, neutrality, and mathematical truth to machines than to other humans.</a:t>
            </a:r>
          </a:p>
          <a:p>
            <a:pPr lvl="0"/>
            <a:endParaRPr lang="en-US" dirty="0"/>
          </a:p>
          <a:p>
            <a:pPr marL="285750" indent="-285750">
              <a:buFontTx/>
              <a:buChar char="-"/>
            </a:pPr>
            <a:endParaRPr lang="en-US" dirty="0"/>
          </a:p>
        </p:txBody>
      </p:sp>
      <p:sp>
        <p:nvSpPr>
          <p:cNvPr id="5" name="Slide Number Placeholder 4">
            <a:extLst>
              <a:ext uri="{FF2B5EF4-FFF2-40B4-BE49-F238E27FC236}">
                <a16:creationId xmlns:a16="http://schemas.microsoft.com/office/drawing/2014/main" id="{F82F7028-EAF6-E185-E7AE-0D043557EFA1}"/>
              </a:ext>
            </a:extLst>
          </p:cNvPr>
          <p:cNvSpPr>
            <a:spLocks noGrp="1"/>
          </p:cNvSpPr>
          <p:nvPr>
            <p:ph type="sldNum" sz="quarter" idx="4294967295"/>
          </p:nvPr>
        </p:nvSpPr>
        <p:spPr>
          <a:xfrm>
            <a:off x="11733213" y="6218238"/>
            <a:ext cx="458787" cy="365125"/>
          </a:xfrm>
        </p:spPr>
        <p:txBody>
          <a:bodyPr/>
          <a:lstStyle/>
          <a:p>
            <a:fld id="{47FEACEE-25B4-4A2D-B147-27296E36371D}" type="slidenum">
              <a:rPr lang="en-US" altLang="zh-CN" noProof="0" smtClean="0"/>
              <a:pPr/>
              <a:t>13</a:t>
            </a:fld>
            <a:endParaRPr lang="en-US" altLang="zh-CN" noProof="0" dirty="0"/>
          </a:p>
        </p:txBody>
      </p:sp>
    </p:spTree>
    <p:extLst>
      <p:ext uri="{BB962C8B-B14F-4D97-AF65-F5344CB8AC3E}">
        <p14:creationId xmlns:p14="http://schemas.microsoft.com/office/powerpoint/2010/main" val="3346871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 Placeholder 42">
            <a:extLst>
              <a:ext uri="{FF2B5EF4-FFF2-40B4-BE49-F238E27FC236}">
                <a16:creationId xmlns:a16="http://schemas.microsoft.com/office/drawing/2014/main" id="{520E98B6-7B33-8FD4-A662-31DD4B85E22E}"/>
              </a:ext>
            </a:extLst>
          </p:cNvPr>
          <p:cNvSpPr>
            <a:spLocks noGrp="1"/>
          </p:cNvSpPr>
          <p:nvPr>
            <p:ph idx="1"/>
          </p:nvPr>
        </p:nvSpPr>
        <p:spPr>
          <a:xfrm>
            <a:off x="914399" y="1312606"/>
            <a:ext cx="7905135" cy="4448114"/>
          </a:xfrm>
        </p:spPr>
        <p:txBody>
          <a:bodyPr/>
          <a:lstStyle/>
          <a:p>
            <a:r>
              <a:rPr lang="en-US" b="1" dirty="0"/>
              <a:t>How to Break the Traps: A De-Biasing Toolkit</a:t>
            </a:r>
          </a:p>
          <a:p>
            <a:r>
              <a:rPr lang="en-US" dirty="0"/>
              <a:t>To maintain independent judgment, you must actively deploy mental counter-measures:</a:t>
            </a:r>
          </a:p>
          <a:p>
            <a:pPr lvl="0"/>
            <a:r>
              <a:rPr lang="en-US" b="1" dirty="0"/>
              <a:t>To fight Confirmation Bias:</a:t>
            </a:r>
            <a:r>
              <a:rPr lang="en-US" dirty="0"/>
              <a:t> Actively prompt the AI to argue against your conclusion. Ask: </a:t>
            </a:r>
            <a:r>
              <a:rPr lang="en-US" i="1" dirty="0"/>
              <a:t>"What is the strongest, data-backed counterargument to the point above?"</a:t>
            </a:r>
            <a:endParaRPr lang="en-US" dirty="0"/>
          </a:p>
          <a:p>
            <a:pPr lvl="0"/>
            <a:r>
              <a:rPr lang="en-US" b="1" dirty="0"/>
              <a:t>To fight Anchoring Bias:</a:t>
            </a:r>
            <a:r>
              <a:rPr lang="en-US" dirty="0"/>
              <a:t> Before looking at any AI output, write down your own independent thoughts, baseline numbers, or structural outline on a physical notepad. Use your own human logic as the anchor.</a:t>
            </a:r>
          </a:p>
          <a:p>
            <a:pPr lvl="0"/>
            <a:r>
              <a:rPr lang="en-US" b="1" dirty="0"/>
              <a:t>To fight Automation Bias:</a:t>
            </a:r>
            <a:r>
              <a:rPr lang="en-US" dirty="0"/>
              <a:t> Adopt the mindset of a strict editor or auditor. Assume the AI is an incredibly articulate intern who is highly eager to please but occasionally makes things up. Never copy-paste without external verification.</a:t>
            </a:r>
          </a:p>
        </p:txBody>
      </p:sp>
      <p:sp>
        <p:nvSpPr>
          <p:cNvPr id="11" name="Slide Number Placeholder 13">
            <a:extLst>
              <a:ext uri="{FF2B5EF4-FFF2-40B4-BE49-F238E27FC236}">
                <a16:creationId xmlns:a16="http://schemas.microsoft.com/office/drawing/2014/main" id="{930FF33C-2E3C-37EC-75C2-1BE4513D9B62}"/>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14</a:t>
            </a:fld>
            <a:endParaRPr kumimoji="0" lang="en-US" altLang="zh-CN" sz="1200" u="none" strike="noStrike" kern="1200" cap="none" spc="0" normalizeH="0" baseline="0" dirty="0">
              <a:ln>
                <a:noFill/>
              </a:ln>
              <a:solidFill>
                <a:schemeClr val="bg1"/>
              </a:solidFill>
              <a:effectLst/>
              <a:uLnTx/>
              <a:uFillTx/>
            </a:endParaRPr>
          </a:p>
        </p:txBody>
      </p:sp>
      <p:sp>
        <p:nvSpPr>
          <p:cNvPr id="2" name="Slide Number Placeholder 1">
            <a:extLst>
              <a:ext uri="{FF2B5EF4-FFF2-40B4-BE49-F238E27FC236}">
                <a16:creationId xmlns:a16="http://schemas.microsoft.com/office/drawing/2014/main" id="{2222DE72-77CB-CB24-A4D1-2FAC47307AC9}"/>
              </a:ext>
            </a:extLst>
          </p:cNvPr>
          <p:cNvSpPr>
            <a:spLocks noGrp="1"/>
          </p:cNvSpPr>
          <p:nvPr>
            <p:ph type="sldNum" sz="quarter" idx="55"/>
          </p:nvPr>
        </p:nvSpPr>
        <p:spPr/>
        <p:txBody>
          <a:bodyPr/>
          <a:lstStyle/>
          <a:p>
            <a:fld id="{47FEACEE-25B4-4A2D-B147-27296E36371D}" type="slidenum">
              <a:rPr lang="en-US" altLang="zh-CN" noProof="0" smtClean="0"/>
              <a:pPr/>
              <a:t>14</a:t>
            </a:fld>
            <a:endParaRPr lang="en-US" altLang="zh-CN" noProof="0" dirty="0"/>
          </a:p>
        </p:txBody>
      </p:sp>
    </p:spTree>
    <p:extLst>
      <p:ext uri="{BB962C8B-B14F-4D97-AF65-F5344CB8AC3E}">
        <p14:creationId xmlns:p14="http://schemas.microsoft.com/office/powerpoint/2010/main" val="41821480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914400" y="731520"/>
            <a:ext cx="4663440" cy="1737360"/>
          </a:xfrm>
        </p:spPr>
        <p:txBody>
          <a:bodyPr anchor="t" anchorCtr="0">
            <a:normAutofit/>
          </a:bodyPr>
          <a:lstStyle/>
          <a:p>
            <a:r>
              <a:rPr lang="en-US" dirty="0"/>
              <a:t>Authority Bias</a:t>
            </a:r>
          </a:p>
        </p:txBody>
      </p:sp>
      <p:pic>
        <p:nvPicPr>
          <p:cNvPr id="8" name="Content Placeholder 7">
            <a:extLst>
              <a:ext uri="{FF2B5EF4-FFF2-40B4-BE49-F238E27FC236}">
                <a16:creationId xmlns:a16="http://schemas.microsoft.com/office/drawing/2014/main" id="{6D81A483-F0AA-AFBB-3B9B-F4FB3FD4A1BD}"/>
              </a:ext>
            </a:extLst>
          </p:cNvPr>
          <p:cNvPicPr>
            <a:picLocks noGrp="1" noChangeAspect="1"/>
          </p:cNvPicPr>
          <p:nvPr>
            <p:ph idx="1"/>
          </p:nvPr>
        </p:nvPicPr>
        <p:blipFill>
          <a:blip r:embed="rId2"/>
          <a:stretch>
            <a:fillRect/>
          </a:stretch>
        </p:blipFill>
        <p:spPr>
          <a:xfrm>
            <a:off x="7059433" y="731520"/>
            <a:ext cx="3071853" cy="1737360"/>
          </a:xfrm>
          <a:prstGeom prst="rect">
            <a:avLst/>
          </a:prstGeom>
          <a:noFill/>
        </p:spPr>
      </p:pic>
      <p:sp>
        <p:nvSpPr>
          <p:cNvPr id="10" name="Content Placeholder 9">
            <a:extLst>
              <a:ext uri="{FF2B5EF4-FFF2-40B4-BE49-F238E27FC236}">
                <a16:creationId xmlns:a16="http://schemas.microsoft.com/office/drawing/2014/main" id="{19DA784D-F56F-1224-707E-9F882C4EB8A1}"/>
              </a:ext>
            </a:extLst>
          </p:cNvPr>
          <p:cNvSpPr>
            <a:spLocks noGrp="1"/>
          </p:cNvSpPr>
          <p:nvPr>
            <p:ph idx="30"/>
          </p:nvPr>
        </p:nvSpPr>
        <p:spPr>
          <a:xfrm>
            <a:off x="914400" y="2743200"/>
            <a:ext cx="8348472" cy="3374136"/>
          </a:xfrm>
        </p:spPr>
        <p:txBody>
          <a:bodyPr>
            <a:normAutofit/>
          </a:bodyPr>
          <a:lstStyle/>
          <a:p>
            <a:r>
              <a:rPr lang="en-US" b="1" dirty="0"/>
              <a:t>Authority bias</a:t>
            </a:r>
            <a:r>
              <a:rPr lang="en-US" dirty="0"/>
              <a:t> is our natural tendency to value the opinion of an authority figure or a highly formal source over our own logic.</a:t>
            </a:r>
          </a:p>
          <a:p>
            <a:r>
              <a:rPr lang="en-US" dirty="0"/>
              <a:t>When applied to AI, this creates the </a:t>
            </a:r>
            <a:r>
              <a:rPr lang="en-US" b="1" dirty="0"/>
              <a:t>"Fluency Halo Effect."</a:t>
            </a:r>
            <a:r>
              <a:rPr lang="en-US" dirty="0"/>
              <a:t> Because an AI outputs structured paragraphs, flawless grammar, bullet points, and an unshakeable tone of absolute certainty, it mirrors the posture of an elite expert. Our brains mistake this confident delivery for actual truth, creating a psychological blind spot where we accept falsehoods simply because they </a:t>
            </a:r>
            <a:r>
              <a:rPr lang="en-US" i="1" dirty="0"/>
              <a:t>sound</a:t>
            </a:r>
            <a:r>
              <a:rPr lang="en-US" dirty="0"/>
              <a:t> authoritative.</a:t>
            </a:r>
          </a:p>
          <a:p>
            <a:pPr marL="0" indent="0">
              <a:buNone/>
            </a:pPr>
            <a:br>
              <a:rPr lang="en-US" dirty="0"/>
            </a:br>
            <a:endParaRPr lang="en-US" dirty="0"/>
          </a:p>
        </p:txBody>
      </p:sp>
      <p:sp>
        <p:nvSpPr>
          <p:cNvPr id="3" name="Slide Number Placeholder 2">
            <a:extLst>
              <a:ext uri="{FF2B5EF4-FFF2-40B4-BE49-F238E27FC236}">
                <a16:creationId xmlns:a16="http://schemas.microsoft.com/office/drawing/2014/main" id="{ADDFE8A8-4537-F7A1-3BF9-834AEFE3EA1A}"/>
              </a:ext>
            </a:extLst>
          </p:cNvPr>
          <p:cNvSpPr>
            <a:spLocks noGrp="1"/>
          </p:cNvSpPr>
          <p:nvPr>
            <p:ph type="sldNum" sz="quarter" idx="29"/>
          </p:nvPr>
        </p:nvSpPr>
        <p:spPr>
          <a:xfrm>
            <a:off x="11194169" y="6217920"/>
            <a:ext cx="458592" cy="365125"/>
          </a:xfrm>
        </p:spPr>
        <p:txBody>
          <a:bodyPr anchor="ctr">
            <a:normAutofit/>
          </a:bodyPr>
          <a:lstStyle/>
          <a:p>
            <a:pPr>
              <a:spcAft>
                <a:spcPts val="600"/>
              </a:spcAft>
            </a:pPr>
            <a:fld id="{CBD12358-51D2-46B3-9BDE-DF29528B9454}" type="slidenum">
              <a:rPr lang="en-US" smtClean="0"/>
              <a:pPr>
                <a:spcAft>
                  <a:spcPts val="600"/>
                </a:spcAft>
              </a:pPr>
              <a:t>15</a:t>
            </a:fld>
            <a:endParaRPr lang="en-US"/>
          </a:p>
        </p:txBody>
      </p:sp>
    </p:spTree>
    <p:extLst>
      <p:ext uri="{BB962C8B-B14F-4D97-AF65-F5344CB8AC3E}">
        <p14:creationId xmlns:p14="http://schemas.microsoft.com/office/powerpoint/2010/main" val="4259977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5231D8C-5C7D-BFD9-19A4-7628C1400A37}"/>
              </a:ext>
            </a:extLst>
          </p:cNvPr>
          <p:cNvSpPr>
            <a:spLocks noGrp="1"/>
          </p:cNvSpPr>
          <p:nvPr>
            <p:ph type="sldNum" sz="quarter" idx="12"/>
          </p:nvPr>
        </p:nvSpPr>
        <p:spPr/>
        <p:txBody>
          <a:bodyPr/>
          <a:lstStyle/>
          <a:p>
            <a:fld id="{CBD12358-51D2-46B3-9BDE-DF29528B9454}" type="slidenum">
              <a:rPr lang="en-US" smtClean="0"/>
              <a:t>16</a:t>
            </a:fld>
            <a:endParaRPr lang="en-US" dirty="0"/>
          </a:p>
        </p:txBody>
      </p:sp>
      <p:sp>
        <p:nvSpPr>
          <p:cNvPr id="5" name="Content Placeholder 4">
            <a:extLst>
              <a:ext uri="{FF2B5EF4-FFF2-40B4-BE49-F238E27FC236}">
                <a16:creationId xmlns:a16="http://schemas.microsoft.com/office/drawing/2014/main" id="{0700B834-33C9-709E-E61E-5FA280A0B8E4}"/>
              </a:ext>
            </a:extLst>
          </p:cNvPr>
          <p:cNvSpPr>
            <a:spLocks noGrp="1"/>
          </p:cNvSpPr>
          <p:nvPr>
            <p:ph idx="14"/>
          </p:nvPr>
        </p:nvSpPr>
        <p:spPr>
          <a:xfrm>
            <a:off x="914400" y="1179871"/>
            <a:ext cx="10149840" cy="4855169"/>
          </a:xfrm>
        </p:spPr>
        <p:txBody>
          <a:bodyPr>
            <a:normAutofit fontScale="92500" lnSpcReduction="10000"/>
          </a:bodyPr>
          <a:lstStyle/>
          <a:p>
            <a:pPr marL="0" indent="0">
              <a:buNone/>
            </a:pPr>
            <a:r>
              <a:rPr lang="en-US" sz="2100" b="1" dirty="0"/>
              <a:t>Practical Habits to Counter Each Mental Trap</a:t>
            </a:r>
          </a:p>
          <a:p>
            <a:r>
              <a:rPr lang="en-US" dirty="0"/>
              <a:t>To keep your independent judgment sharp, you must replace passive reading with active defense mechanisms. Here is how to counter the five major cognitive traps we have discussed.</a:t>
            </a:r>
          </a:p>
          <a:p>
            <a:pPr marL="0" indent="0">
              <a:buNone/>
            </a:pPr>
            <a:r>
              <a:rPr lang="en-US" b="1" dirty="0"/>
              <a:t>1. Countering Authority Bias &amp; The Fluency Halo</a:t>
            </a:r>
          </a:p>
          <a:p>
            <a:pPr lvl="0"/>
            <a:r>
              <a:rPr lang="en-US" b="1" dirty="0"/>
              <a:t>The Trap:</a:t>
            </a:r>
            <a:r>
              <a:rPr lang="en-US" dirty="0"/>
              <a:t> Believing the output because it reads like a Harvard textbook or a professional brief.</a:t>
            </a:r>
          </a:p>
          <a:p>
            <a:pPr lvl="0"/>
            <a:r>
              <a:rPr lang="en-US" b="1" dirty="0"/>
              <a:t>The Habit: "Strip the Suit."</a:t>
            </a:r>
            <a:r>
              <a:rPr lang="en-US" dirty="0"/>
              <a:t> Imagine the exact same text was written on a napkin in messy handwriting by a chaotic classmate. Does the argument still hold up when stripped of its beautiful formatting and confident adjectives? If you remove the "corporate speak," you often find the underlying logic is thin or circular.</a:t>
            </a:r>
          </a:p>
          <a:p>
            <a:pPr marL="0" indent="0">
              <a:buNone/>
            </a:pPr>
            <a:r>
              <a:rPr lang="en-US" b="1" dirty="0"/>
              <a:t>2. Countering Automation Bias</a:t>
            </a:r>
          </a:p>
          <a:p>
            <a:pPr lvl="0"/>
            <a:r>
              <a:rPr lang="en-US" b="1" dirty="0"/>
              <a:t>The Trap:</a:t>
            </a:r>
            <a:r>
              <a:rPr lang="en-US" dirty="0"/>
              <a:t> Trusting the data or analysis blindly because "the algorithm calculated it."</a:t>
            </a:r>
          </a:p>
          <a:p>
            <a:pPr lvl="0"/>
            <a:r>
              <a:rPr lang="en-US" b="1" dirty="0"/>
              <a:t>The Habit: The Articulate Intern Persona.</a:t>
            </a:r>
            <a:r>
              <a:rPr lang="en-US" dirty="0"/>
              <a:t> Mentally reframe the AI. Do not treat it as an oracle or an infallible supercomputer. Treat it as a highly articulate, incredibly fast, 19-year-old intern who is eager to please you but occasionally makes things up completely when they don't know the answer. You would never turn in an intern's draft to your boss without reviewing every line; treat AI text the same way.</a:t>
            </a:r>
          </a:p>
        </p:txBody>
      </p:sp>
    </p:spTree>
    <p:extLst>
      <p:ext uri="{BB962C8B-B14F-4D97-AF65-F5344CB8AC3E}">
        <p14:creationId xmlns:p14="http://schemas.microsoft.com/office/powerpoint/2010/main" val="3604630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195C7-4688-9F0E-1417-9850E27171D5}"/>
              </a:ext>
            </a:extLst>
          </p:cNvPr>
          <p:cNvSpPr>
            <a:spLocks noGrp="1"/>
          </p:cNvSpPr>
          <p:nvPr>
            <p:ph type="title"/>
          </p:nvPr>
        </p:nvSpPr>
        <p:spPr>
          <a:xfrm>
            <a:off x="914400" y="731520"/>
            <a:ext cx="9188970" cy="812467"/>
          </a:xfrm>
        </p:spPr>
        <p:txBody>
          <a:bodyPr/>
          <a:lstStyle/>
          <a:p>
            <a:r>
              <a:rPr lang="en-US" dirty="0"/>
              <a:t>Evaluating Claims &amp; Evidence</a:t>
            </a:r>
          </a:p>
        </p:txBody>
      </p:sp>
      <p:sp>
        <p:nvSpPr>
          <p:cNvPr id="3" name="Content Placeholder 2">
            <a:extLst>
              <a:ext uri="{FF2B5EF4-FFF2-40B4-BE49-F238E27FC236}">
                <a16:creationId xmlns:a16="http://schemas.microsoft.com/office/drawing/2014/main" id="{FBF2D2E5-7AE6-0101-D3C3-50FA18F4CCD2}"/>
              </a:ext>
            </a:extLst>
          </p:cNvPr>
          <p:cNvSpPr>
            <a:spLocks noGrp="1"/>
          </p:cNvSpPr>
          <p:nvPr>
            <p:ph idx="14"/>
          </p:nvPr>
        </p:nvSpPr>
        <p:spPr>
          <a:xfrm>
            <a:off x="914400" y="1888761"/>
            <a:ext cx="10149840" cy="4146279"/>
          </a:xfrm>
        </p:spPr>
        <p:txBody>
          <a:bodyPr/>
          <a:lstStyle/>
          <a:p>
            <a:r>
              <a:rPr lang="en-US" dirty="0"/>
              <a:t>To evaluate any claim or piece of evidence effectively—whether it comes from a human expert, a news outlet, or an AI model—you must look past </a:t>
            </a:r>
            <a:r>
              <a:rPr lang="en-US" i="1" dirty="0"/>
              <a:t>how</a:t>
            </a:r>
            <a:r>
              <a:rPr lang="en-US" dirty="0"/>
              <a:t> the information is delivered and focus entirely on </a:t>
            </a:r>
            <a:r>
              <a:rPr lang="en-US" i="1" dirty="0"/>
              <a:t>what</a:t>
            </a:r>
            <a:r>
              <a:rPr lang="en-US" dirty="0"/>
              <a:t> supports it.</a:t>
            </a:r>
          </a:p>
          <a:p>
            <a:r>
              <a:rPr lang="en-US" dirty="0"/>
              <a:t>The core of independent judgment relies on a structural evaluation of the connection between a </a:t>
            </a:r>
            <a:r>
              <a:rPr lang="en-US" b="1" dirty="0"/>
              <a:t>claim</a:t>
            </a:r>
            <a:r>
              <a:rPr lang="en-US" dirty="0"/>
              <a:t> (the statement being made) and the </a:t>
            </a:r>
            <a:r>
              <a:rPr lang="en-US" b="1" dirty="0"/>
              <a:t>evidence</a:t>
            </a:r>
            <a:r>
              <a:rPr lang="en-US" dirty="0"/>
              <a:t> (the data, facts, or logic backing it up).</a:t>
            </a:r>
          </a:p>
          <a:p>
            <a:pPr marL="0" indent="0">
              <a:buNone/>
            </a:pPr>
            <a:br>
              <a:rPr lang="en-US" dirty="0"/>
            </a:br>
            <a:endParaRPr lang="en-US" dirty="0"/>
          </a:p>
          <a:p>
            <a:endParaRPr lang="en-US" dirty="0"/>
          </a:p>
        </p:txBody>
      </p:sp>
      <p:sp>
        <p:nvSpPr>
          <p:cNvPr id="4" name="Slide Number Placeholder 3">
            <a:extLst>
              <a:ext uri="{FF2B5EF4-FFF2-40B4-BE49-F238E27FC236}">
                <a16:creationId xmlns:a16="http://schemas.microsoft.com/office/drawing/2014/main" id="{9B1C4631-EC76-0799-DA22-1319E79DE619}"/>
              </a:ext>
            </a:extLst>
          </p:cNvPr>
          <p:cNvSpPr>
            <a:spLocks noGrp="1"/>
          </p:cNvSpPr>
          <p:nvPr>
            <p:ph type="sldNum" sz="quarter" idx="12"/>
          </p:nvPr>
        </p:nvSpPr>
        <p:spPr/>
        <p:txBody>
          <a:bodyPr/>
          <a:lstStyle/>
          <a:p>
            <a:fld id="{CBD12358-51D2-46B3-9BDE-DF29528B9454}" type="slidenum">
              <a:rPr lang="en-US" smtClean="0"/>
              <a:t>17</a:t>
            </a:fld>
            <a:endParaRPr lang="en-US" dirty="0"/>
          </a:p>
        </p:txBody>
      </p:sp>
      <p:pic>
        <p:nvPicPr>
          <p:cNvPr id="6" name="Picture 5">
            <a:extLst>
              <a:ext uri="{FF2B5EF4-FFF2-40B4-BE49-F238E27FC236}">
                <a16:creationId xmlns:a16="http://schemas.microsoft.com/office/drawing/2014/main" id="{926759CF-5A86-0169-F7EA-5C6DC331CBFA}"/>
              </a:ext>
            </a:extLst>
          </p:cNvPr>
          <p:cNvPicPr>
            <a:picLocks noChangeAspect="1"/>
          </p:cNvPicPr>
          <p:nvPr/>
        </p:nvPicPr>
        <p:blipFill>
          <a:blip r:embed="rId2"/>
          <a:stretch>
            <a:fillRect/>
          </a:stretch>
        </p:blipFill>
        <p:spPr>
          <a:xfrm>
            <a:off x="3560445" y="3630930"/>
            <a:ext cx="4857750" cy="2495550"/>
          </a:xfrm>
          <a:prstGeom prst="rect">
            <a:avLst/>
          </a:prstGeom>
        </p:spPr>
      </p:pic>
    </p:spTree>
    <p:extLst>
      <p:ext uri="{BB962C8B-B14F-4D97-AF65-F5344CB8AC3E}">
        <p14:creationId xmlns:p14="http://schemas.microsoft.com/office/powerpoint/2010/main" val="10423242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CEC29-2F05-D7E4-A266-08C74BE4F5F8}"/>
              </a:ext>
            </a:extLst>
          </p:cNvPr>
          <p:cNvSpPr>
            <a:spLocks noGrp="1"/>
          </p:cNvSpPr>
          <p:nvPr>
            <p:ph type="title"/>
          </p:nvPr>
        </p:nvSpPr>
        <p:spPr>
          <a:xfrm>
            <a:off x="6710510" y="2016579"/>
            <a:ext cx="4441188" cy="2775857"/>
          </a:xfrm>
        </p:spPr>
        <p:txBody>
          <a:bodyPr/>
          <a:lstStyle/>
          <a:p>
            <a:r>
              <a:rPr lang="en-US" dirty="0"/>
              <a:t>The verification Pillars</a:t>
            </a:r>
          </a:p>
        </p:txBody>
      </p:sp>
      <p:pic>
        <p:nvPicPr>
          <p:cNvPr id="5" name="Picture Placeholder 4" descr="A person looking at a person who is looking at a computer screen">
            <a:extLst>
              <a:ext uri="{FF2B5EF4-FFF2-40B4-BE49-F238E27FC236}">
                <a16:creationId xmlns:a16="http://schemas.microsoft.com/office/drawing/2014/main" id="{867EED95-1785-2CFF-AB72-C7852C4B1E15}"/>
              </a:ext>
            </a:extLst>
          </p:cNvPr>
          <p:cNvPicPr>
            <a:picLocks noGrp="1" noChangeAspect="1"/>
          </p:cNvPicPr>
          <p:nvPr>
            <p:ph type="pic" sz="quarter" idx="48"/>
          </p:nvPr>
        </p:nvPicPr>
        <p:blipFill>
          <a:blip r:embed="rId2"/>
          <a:srcRect t="11651" b="11651"/>
          <a:stretch/>
        </p:blipFill>
        <p:spPr>
          <a:xfrm>
            <a:off x="914400" y="539496"/>
            <a:ext cx="5025207" cy="5779008"/>
          </a:xfrm>
        </p:spPr>
      </p:pic>
    </p:spTree>
    <p:extLst>
      <p:ext uri="{BB962C8B-B14F-4D97-AF65-F5344CB8AC3E}">
        <p14:creationId xmlns:p14="http://schemas.microsoft.com/office/powerpoint/2010/main" val="1148227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C78180D0-1AB6-8416-0EB1-10648E1A6050}"/>
              </a:ext>
            </a:extLst>
          </p:cNvPr>
          <p:cNvSpPr>
            <a:spLocks noGrp="1"/>
          </p:cNvSpPr>
          <p:nvPr>
            <p:ph idx="14"/>
          </p:nvPr>
        </p:nvSpPr>
        <p:spPr>
          <a:xfrm>
            <a:off x="3465576" y="1696065"/>
            <a:ext cx="7979172" cy="4521855"/>
          </a:xfrm>
        </p:spPr>
        <p:txBody>
          <a:bodyPr/>
          <a:lstStyle/>
          <a:p>
            <a:r>
              <a:rPr lang="en-US" b="1" dirty="0"/>
              <a:t>The Verification Pillars: Quality, Recency, Relevance, and Corroboration</a:t>
            </a:r>
          </a:p>
          <a:p>
            <a:r>
              <a:rPr lang="en-US" dirty="0"/>
              <a:t>Evaluating claims requires a disciplined approach to auditing the foundation of information. You must assess the individual integrity of a source and verify its claims through a network of independent validation.</a:t>
            </a:r>
          </a:p>
          <a:p>
            <a:endParaRPr lang="en-US" dirty="0"/>
          </a:p>
          <a:p>
            <a:endParaRPr lang="en-US" dirty="0"/>
          </a:p>
        </p:txBody>
      </p:sp>
      <p:sp>
        <p:nvSpPr>
          <p:cNvPr id="2" name="Slide Number Placeholder 1">
            <a:extLst>
              <a:ext uri="{FF2B5EF4-FFF2-40B4-BE49-F238E27FC236}">
                <a16:creationId xmlns:a16="http://schemas.microsoft.com/office/drawing/2014/main" id="{B2E4D147-B48C-ADE3-3FEF-627D467699A2}"/>
              </a:ext>
            </a:extLst>
          </p:cNvPr>
          <p:cNvSpPr>
            <a:spLocks noGrp="1"/>
          </p:cNvSpPr>
          <p:nvPr>
            <p:ph type="sldNum" sz="quarter" idx="40"/>
          </p:nvPr>
        </p:nvSpPr>
        <p:spPr>
          <a:xfrm>
            <a:off x="11194169" y="6217920"/>
            <a:ext cx="458592" cy="365125"/>
          </a:xfrm>
        </p:spPr>
        <p:txBody>
          <a:bodyPr/>
          <a:lstStyle/>
          <a:p>
            <a:fld id="{47FEACEE-25B4-4A2D-B147-27296E36371D}" type="slidenum">
              <a:rPr lang="en-US" altLang="zh-CN" noProof="0" smtClean="0"/>
              <a:pPr/>
              <a:t>19</a:t>
            </a:fld>
            <a:endParaRPr lang="en-US" altLang="zh-CN" noProof="0" dirty="0"/>
          </a:p>
        </p:txBody>
      </p:sp>
      <p:sp>
        <p:nvSpPr>
          <p:cNvPr id="15" name="Slide Number Placeholder 13">
            <a:extLst>
              <a:ext uri="{FF2B5EF4-FFF2-40B4-BE49-F238E27FC236}">
                <a16:creationId xmlns:a16="http://schemas.microsoft.com/office/drawing/2014/main" id="{55AB7753-4245-72E4-BEDB-33038672BA35}"/>
              </a:ext>
            </a:extLst>
          </p:cNvPr>
          <p:cNvSpPr txBox="1">
            <a:spLocks/>
          </p:cNvSpPr>
          <p:nvPr/>
        </p:nvSpPr>
        <p:spPr>
          <a:xfrm>
            <a:off x="11194169" y="6215665"/>
            <a:ext cx="458592" cy="365125"/>
          </a:xfrm>
          <a:prstGeom prst="rect">
            <a:avLst/>
          </a:prstGeom>
        </p:spPr>
        <p:txBody>
          <a:bodyPr anchor="ctr"/>
          <a:lstStyle>
            <a:defPPr>
              <a:defRPr lang="zh-CN"/>
            </a:defPPr>
            <a:lvl1pPr marL="0" algn="ctr" defTabSz="914400" rtl="0" eaLnBrk="1" latinLnBrk="0" hangingPunct="1">
              <a:defRPr sz="1200" b="0" i="0" kern="1200">
                <a:solidFill>
                  <a:schemeClr val="tx1"/>
                </a:solidFill>
                <a:latin typeface="Abadi" panose="020B0604020104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47FEACEE-25B4-4A2D-B147-27296E36371D}" type="slidenum">
              <a:rPr kumimoji="0" lang="en-US" altLang="zh-CN" sz="1200" u="none" strike="noStrike" kern="1200" cap="none" spc="0" normalizeH="0" baseline="0" smtClean="0">
                <a:ln>
                  <a:noFill/>
                </a:ln>
                <a:solidFill>
                  <a:schemeClr val="bg1"/>
                </a:solidFill>
                <a:effectLst/>
                <a:uLnTx/>
                <a:uFillTx/>
              </a:rPr>
              <a:pPr marL="0" marR="0" lvl="0" indent="0" algn="ctr" defTabSz="914400" rtl="0" eaLnBrk="1" fontAlgn="auto" latinLnBrk="0" hangingPunct="1">
                <a:lnSpc>
                  <a:spcPct val="100000"/>
                </a:lnSpc>
                <a:spcBef>
                  <a:spcPts val="0"/>
                </a:spcBef>
                <a:spcAft>
                  <a:spcPts val="0"/>
                </a:spcAft>
                <a:buClrTx/>
                <a:buSzTx/>
                <a:buFontTx/>
                <a:buNone/>
                <a:tabLst/>
                <a:defRPr/>
              </a:pPr>
              <a:t>19</a:t>
            </a:fld>
            <a:endParaRPr kumimoji="0" lang="en-US" altLang="zh-CN" sz="1200" u="none" strike="noStrike" kern="1200" cap="none" spc="0" normalizeH="0" baseline="0" dirty="0">
              <a:ln>
                <a:noFill/>
              </a:ln>
              <a:solidFill>
                <a:schemeClr val="bg1"/>
              </a:solidFill>
              <a:effectLst/>
              <a:uLnTx/>
              <a:uFillTx/>
            </a:endParaRPr>
          </a:p>
        </p:txBody>
      </p:sp>
      <p:pic>
        <p:nvPicPr>
          <p:cNvPr id="9" name="Picture 8">
            <a:extLst>
              <a:ext uri="{FF2B5EF4-FFF2-40B4-BE49-F238E27FC236}">
                <a16:creationId xmlns:a16="http://schemas.microsoft.com/office/drawing/2014/main" id="{395513F7-03FD-6186-8793-FA4B728DC44E}"/>
              </a:ext>
            </a:extLst>
          </p:cNvPr>
          <p:cNvPicPr>
            <a:picLocks noChangeAspect="1"/>
          </p:cNvPicPr>
          <p:nvPr/>
        </p:nvPicPr>
        <p:blipFill>
          <a:blip r:embed="rId3"/>
          <a:stretch>
            <a:fillRect/>
          </a:stretch>
        </p:blipFill>
        <p:spPr>
          <a:xfrm>
            <a:off x="5234373" y="3578827"/>
            <a:ext cx="4191000" cy="2819400"/>
          </a:xfrm>
          <a:prstGeom prst="rect">
            <a:avLst/>
          </a:prstGeom>
        </p:spPr>
      </p:pic>
    </p:spTree>
    <p:extLst>
      <p:ext uri="{BB962C8B-B14F-4D97-AF65-F5344CB8AC3E}">
        <p14:creationId xmlns:p14="http://schemas.microsoft.com/office/powerpoint/2010/main" val="2519727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D4188-0CE5-C635-3755-DF500080E74F}"/>
              </a:ext>
            </a:extLst>
          </p:cNvPr>
          <p:cNvSpPr>
            <a:spLocks noGrp="1"/>
          </p:cNvSpPr>
          <p:nvPr>
            <p:ph type="title"/>
          </p:nvPr>
        </p:nvSpPr>
        <p:spPr>
          <a:xfrm>
            <a:off x="428625" y="2241754"/>
            <a:ext cx="11334750" cy="3790336"/>
          </a:xfrm>
        </p:spPr>
        <p:txBody>
          <a:bodyPr>
            <a:noAutofit/>
          </a:bodyPr>
          <a:lstStyle/>
          <a:p>
            <a:r>
              <a:rPr lang="en-US" sz="2000" dirty="0">
                <a:latin typeface="+mn-lt"/>
              </a:rPr>
              <a:t>-Triangulating Source Quality, Recency, and Relevance</a:t>
            </a:r>
            <a:br>
              <a:rPr lang="en-US" sz="2000" dirty="0">
                <a:latin typeface="+mn-lt"/>
              </a:rPr>
            </a:br>
            <a:r>
              <a:rPr lang="en-US" sz="2000" b="0" dirty="0">
                <a:latin typeface="+mn-lt"/>
              </a:rPr>
              <a:t>Before reading a text or accepting data, run the source through three specific diagnostic filters.</a:t>
            </a:r>
            <a:br>
              <a:rPr lang="en-US" sz="2000" b="0" dirty="0">
                <a:latin typeface="+mn-lt"/>
              </a:rPr>
            </a:br>
            <a:br>
              <a:rPr lang="en-US" sz="2000" b="0" dirty="0">
                <a:latin typeface="+mn-lt"/>
              </a:rPr>
            </a:br>
            <a:r>
              <a:rPr lang="en-US" sz="2000" dirty="0">
                <a:latin typeface="+mn-lt"/>
              </a:rPr>
              <a:t>1. Source Quality: Auditing Expertise vs. Fluency</a:t>
            </a:r>
            <a:br>
              <a:rPr lang="en-US" sz="2000" dirty="0">
                <a:latin typeface="+mn-lt"/>
              </a:rPr>
            </a:br>
            <a:r>
              <a:rPr lang="en-US" sz="2000" dirty="0">
                <a:latin typeface="+mn-lt"/>
              </a:rPr>
              <a:t>The Core Principle:</a:t>
            </a:r>
            <a:r>
              <a:rPr lang="en-US" sz="2000" b="0" dirty="0">
                <a:latin typeface="+mn-lt"/>
              </a:rPr>
              <a:t> A high-quality source possesses verified, specialized expertise and a track record of accountability.</a:t>
            </a:r>
            <a:br>
              <a:rPr lang="en-US" sz="2000" b="0" dirty="0">
                <a:latin typeface="+mn-lt"/>
              </a:rPr>
            </a:br>
            <a:r>
              <a:rPr lang="en-US" sz="2000" dirty="0">
                <a:latin typeface="+mn-lt"/>
              </a:rPr>
              <a:t>The Hazard:</a:t>
            </a:r>
            <a:r>
              <a:rPr lang="en-US" sz="2000" b="0" dirty="0">
                <a:latin typeface="+mn-lt"/>
              </a:rPr>
              <a:t> Confusing high production value (slick web design, authoritative graphics, fluent AI prose) with actual authority.</a:t>
            </a:r>
            <a:br>
              <a:rPr lang="en-US" sz="2000" b="0" dirty="0">
                <a:latin typeface="+mn-lt"/>
              </a:rPr>
            </a:br>
            <a:br>
              <a:rPr lang="en-US" sz="2000" b="0" dirty="0">
                <a:latin typeface="+mn-lt"/>
              </a:rPr>
            </a:br>
            <a:r>
              <a:rPr lang="en-US" sz="1600" dirty="0">
                <a:latin typeface="+mn-lt"/>
              </a:rPr>
              <a:t>2</a:t>
            </a:r>
            <a:r>
              <a:rPr lang="en-US" dirty="0"/>
              <a:t>. </a:t>
            </a:r>
            <a:r>
              <a:rPr lang="en-US" sz="2000" dirty="0">
                <a:latin typeface="+mn-lt"/>
              </a:rPr>
              <a:t>Recency: Tracking the Expiration Date of Truth</a:t>
            </a:r>
            <a:br>
              <a:rPr lang="en-US" sz="1600" dirty="0">
                <a:latin typeface="+mn-lt"/>
              </a:rPr>
            </a:br>
            <a:r>
              <a:rPr lang="en-US" sz="1600" dirty="0">
                <a:latin typeface="+mn-lt"/>
              </a:rPr>
              <a:t>The Core Principle:</a:t>
            </a:r>
            <a:r>
              <a:rPr lang="en-US" sz="1600" b="0" dirty="0">
                <a:latin typeface="+mn-lt"/>
              </a:rPr>
              <a:t> Facts have a shelf life. Information that was perfectly accurate five years ago may be completely wrong today due to new discoveries, policy shifts, or technological evolution.</a:t>
            </a:r>
            <a:br>
              <a:rPr lang="en-US" sz="1600" b="0" dirty="0">
                <a:latin typeface="+mn-lt"/>
              </a:rPr>
            </a:br>
            <a:r>
              <a:rPr lang="en-US" sz="1600" dirty="0">
                <a:latin typeface="+mn-lt"/>
              </a:rPr>
              <a:t>The Hazard:</a:t>
            </a:r>
            <a:r>
              <a:rPr lang="en-US" sz="1600" b="0" dirty="0">
                <a:latin typeface="+mn-lt"/>
              </a:rPr>
              <a:t> AI models operating on a static training dataset frequently treat outdated past laws, market data, or scientific paradigms as current reality.</a:t>
            </a:r>
            <a:br>
              <a:rPr lang="en-US" b="0" dirty="0"/>
            </a:br>
            <a:endParaRPr lang="en-US" sz="2000" b="0" dirty="0">
              <a:latin typeface="+mn-lt"/>
            </a:endParaRPr>
          </a:p>
        </p:txBody>
      </p:sp>
      <p:sp>
        <p:nvSpPr>
          <p:cNvPr id="5" name="Slide Number Placeholder 4">
            <a:extLst>
              <a:ext uri="{FF2B5EF4-FFF2-40B4-BE49-F238E27FC236}">
                <a16:creationId xmlns:a16="http://schemas.microsoft.com/office/drawing/2014/main" id="{49543192-004A-21EE-B478-DC7B0DFD845F}"/>
              </a:ext>
            </a:extLst>
          </p:cNvPr>
          <p:cNvSpPr>
            <a:spLocks noGrp="1"/>
          </p:cNvSpPr>
          <p:nvPr>
            <p:ph type="sldNum" sz="quarter" idx="40"/>
          </p:nvPr>
        </p:nvSpPr>
        <p:spPr/>
        <p:txBody>
          <a:bodyPr/>
          <a:lstStyle/>
          <a:p>
            <a:fld id="{47FEACEE-25B4-4A2D-B147-27296E36371D}" type="slidenum">
              <a:rPr lang="en-US" altLang="zh-CN" noProof="0" smtClean="0"/>
              <a:pPr/>
              <a:t>20</a:t>
            </a:fld>
            <a:endParaRPr lang="en-US" altLang="zh-CN" noProof="0" dirty="0"/>
          </a:p>
        </p:txBody>
      </p:sp>
    </p:spTree>
    <p:extLst>
      <p:ext uri="{BB962C8B-B14F-4D97-AF65-F5344CB8AC3E}">
        <p14:creationId xmlns:p14="http://schemas.microsoft.com/office/powerpoint/2010/main" val="1602885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16ED-38FB-75D2-F41B-CEBF867283A2}"/>
              </a:ext>
            </a:extLst>
          </p:cNvPr>
          <p:cNvSpPr>
            <a:spLocks noGrp="1"/>
          </p:cNvSpPr>
          <p:nvPr>
            <p:ph type="title"/>
          </p:nvPr>
        </p:nvSpPr>
        <p:spPr/>
        <p:txBody>
          <a:bodyPr/>
          <a:lstStyle/>
          <a:p>
            <a:r>
              <a:rPr lang="en-US" dirty="0"/>
              <a:t>Corroboration</a:t>
            </a:r>
          </a:p>
        </p:txBody>
      </p:sp>
      <p:sp>
        <p:nvSpPr>
          <p:cNvPr id="3" name="Content Placeholder 2">
            <a:extLst>
              <a:ext uri="{FF2B5EF4-FFF2-40B4-BE49-F238E27FC236}">
                <a16:creationId xmlns:a16="http://schemas.microsoft.com/office/drawing/2014/main" id="{7E38025F-6C90-73E0-58DA-4EEE25FDA30C}"/>
              </a:ext>
            </a:extLst>
          </p:cNvPr>
          <p:cNvSpPr>
            <a:spLocks noGrp="1"/>
          </p:cNvSpPr>
          <p:nvPr>
            <p:ph idx="14"/>
          </p:nvPr>
        </p:nvSpPr>
        <p:spPr>
          <a:xfrm>
            <a:off x="3465576" y="3108960"/>
            <a:ext cx="6707124" cy="3108960"/>
          </a:xfrm>
        </p:spPr>
        <p:txBody>
          <a:bodyPr/>
          <a:lstStyle/>
          <a:p>
            <a:pPr marL="0" indent="0">
              <a:buNone/>
            </a:pPr>
            <a:r>
              <a:rPr lang="en-US" b="1" dirty="0"/>
              <a:t>Part 2: Corroboration—The Power of Cross-Checking</a:t>
            </a:r>
          </a:p>
          <a:p>
            <a:r>
              <a:rPr lang="en-US" b="1" dirty="0"/>
              <a:t>Corroboration</a:t>
            </a:r>
            <a:r>
              <a:rPr lang="en-US" dirty="0"/>
              <a:t> is the practice of comparing a claim against multiple independent sources to see if they agree. It is the single most powerful defense against disinformation, human error, and AI hallucinations.</a:t>
            </a:r>
          </a:p>
          <a:p>
            <a:r>
              <a:rPr lang="en-US" dirty="0"/>
              <a:t>True corroboration requires finding pieces of evidence that do not share the same origin point.</a:t>
            </a:r>
          </a:p>
          <a:p>
            <a:endParaRPr lang="en-US" dirty="0"/>
          </a:p>
        </p:txBody>
      </p:sp>
      <p:sp>
        <p:nvSpPr>
          <p:cNvPr id="5" name="Slide Number Placeholder 4">
            <a:extLst>
              <a:ext uri="{FF2B5EF4-FFF2-40B4-BE49-F238E27FC236}">
                <a16:creationId xmlns:a16="http://schemas.microsoft.com/office/drawing/2014/main" id="{1EA971C7-E87B-BEC0-B1B8-54AB61E7BD42}"/>
              </a:ext>
            </a:extLst>
          </p:cNvPr>
          <p:cNvSpPr>
            <a:spLocks noGrp="1"/>
          </p:cNvSpPr>
          <p:nvPr>
            <p:ph type="sldNum" sz="quarter" idx="40"/>
          </p:nvPr>
        </p:nvSpPr>
        <p:spPr/>
        <p:txBody>
          <a:bodyPr/>
          <a:lstStyle/>
          <a:p>
            <a:fld id="{47FEACEE-25B4-4A2D-B147-27296E36371D}" type="slidenum">
              <a:rPr lang="en-US" altLang="zh-CN" noProof="0" smtClean="0"/>
              <a:pPr/>
              <a:t>21</a:t>
            </a:fld>
            <a:endParaRPr lang="en-US" altLang="zh-CN" noProof="0" dirty="0"/>
          </a:p>
        </p:txBody>
      </p:sp>
    </p:spTree>
    <p:extLst>
      <p:ext uri="{BB962C8B-B14F-4D97-AF65-F5344CB8AC3E}">
        <p14:creationId xmlns:p14="http://schemas.microsoft.com/office/powerpoint/2010/main" val="1509576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C43606-9BBE-56CB-9803-10118FEC167C}"/>
              </a:ext>
            </a:extLst>
          </p:cNvPr>
          <p:cNvSpPr>
            <a:spLocks noGrp="1"/>
          </p:cNvSpPr>
          <p:nvPr>
            <p:ph type="title"/>
          </p:nvPr>
        </p:nvSpPr>
        <p:spPr>
          <a:xfrm>
            <a:off x="3086100" y="1499616"/>
            <a:ext cx="8334756" cy="1335024"/>
          </a:xfrm>
        </p:spPr>
        <p:txBody>
          <a:bodyPr/>
          <a:lstStyle/>
          <a:p>
            <a:r>
              <a:rPr lang="en-US" dirty="0"/>
              <a:t>Distortions of AI Evidence</a:t>
            </a:r>
          </a:p>
        </p:txBody>
      </p:sp>
      <p:sp>
        <p:nvSpPr>
          <p:cNvPr id="3" name="Content Placeholder 2">
            <a:extLst>
              <a:ext uri="{FF2B5EF4-FFF2-40B4-BE49-F238E27FC236}">
                <a16:creationId xmlns:a16="http://schemas.microsoft.com/office/drawing/2014/main" id="{76DB452E-95B7-C8F7-DF14-E99683C881F4}"/>
              </a:ext>
            </a:extLst>
          </p:cNvPr>
          <p:cNvSpPr>
            <a:spLocks noGrp="1"/>
          </p:cNvSpPr>
          <p:nvPr>
            <p:ph idx="14"/>
          </p:nvPr>
        </p:nvSpPr>
        <p:spPr>
          <a:xfrm>
            <a:off x="3465575" y="3108960"/>
            <a:ext cx="7728593" cy="3108960"/>
          </a:xfrm>
        </p:spPr>
        <p:txBody>
          <a:bodyPr>
            <a:normAutofit/>
          </a:bodyPr>
          <a:lstStyle/>
          <a:p>
            <a:r>
              <a:rPr lang="en-US" dirty="0"/>
              <a:t>When evaluating evidence or data </a:t>
            </a:r>
            <a:r>
              <a:rPr lang="en-US" i="1" dirty="0"/>
              <a:t>generated</a:t>
            </a:r>
            <a:r>
              <a:rPr lang="en-US" dirty="0"/>
              <a:t> or </a:t>
            </a:r>
            <a:r>
              <a:rPr lang="en-US" i="1" dirty="0"/>
              <a:t>summarized</a:t>
            </a:r>
            <a:r>
              <a:rPr lang="en-US" dirty="0"/>
              <a:t> by an AI model, spotting missing context, cherry-picking, and misleading framing requires a hyper-specific lens. AI does not manipulate information out of malice or personal bias; instead, it manipulates text based on </a:t>
            </a:r>
            <a:r>
              <a:rPr lang="en-US" b="1" dirty="0"/>
              <a:t>mathematical optimization, prompt compliance, and text-compression constraints.</a:t>
            </a:r>
            <a:endParaRPr lang="en-US" dirty="0"/>
          </a:p>
          <a:p>
            <a:pPr marL="0" indent="0">
              <a:buNone/>
            </a:pPr>
            <a:endParaRPr lang="en-US" dirty="0"/>
          </a:p>
        </p:txBody>
      </p:sp>
      <p:sp>
        <p:nvSpPr>
          <p:cNvPr id="5" name="Slide Number Placeholder 4">
            <a:extLst>
              <a:ext uri="{FF2B5EF4-FFF2-40B4-BE49-F238E27FC236}">
                <a16:creationId xmlns:a16="http://schemas.microsoft.com/office/drawing/2014/main" id="{F977AC81-787E-425F-3163-301566031576}"/>
              </a:ext>
            </a:extLst>
          </p:cNvPr>
          <p:cNvSpPr>
            <a:spLocks noGrp="1"/>
          </p:cNvSpPr>
          <p:nvPr>
            <p:ph type="sldNum" sz="quarter" idx="40"/>
          </p:nvPr>
        </p:nvSpPr>
        <p:spPr/>
        <p:txBody>
          <a:bodyPr/>
          <a:lstStyle/>
          <a:p>
            <a:fld id="{47FEACEE-25B4-4A2D-B147-27296E36371D}" type="slidenum">
              <a:rPr lang="en-US" altLang="zh-CN" noProof="0" smtClean="0"/>
              <a:pPr/>
              <a:t>22</a:t>
            </a:fld>
            <a:endParaRPr lang="en-US" altLang="zh-CN" noProof="0" dirty="0"/>
          </a:p>
        </p:txBody>
      </p:sp>
    </p:spTree>
    <p:extLst>
      <p:ext uri="{BB962C8B-B14F-4D97-AF65-F5344CB8AC3E}">
        <p14:creationId xmlns:p14="http://schemas.microsoft.com/office/powerpoint/2010/main" val="40572574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73247845-FEFD-4280-6F8C-5CDAD5F28D24}"/>
              </a:ext>
            </a:extLst>
          </p:cNvPr>
          <p:cNvPicPr>
            <a:picLocks noGrp="1" noChangeAspect="1"/>
          </p:cNvPicPr>
          <p:nvPr>
            <p:ph idx="14"/>
          </p:nvPr>
        </p:nvPicPr>
        <p:blipFill>
          <a:blip r:embed="rId2"/>
          <a:stretch>
            <a:fillRect/>
          </a:stretch>
        </p:blipFill>
        <p:spPr>
          <a:xfrm>
            <a:off x="572703" y="3539109"/>
            <a:ext cx="4467225" cy="1819275"/>
          </a:xfrm>
          <a:prstGeom prst="rect">
            <a:avLst/>
          </a:prstGeom>
        </p:spPr>
      </p:pic>
      <p:sp>
        <p:nvSpPr>
          <p:cNvPr id="5" name="Slide Number Placeholder 4">
            <a:extLst>
              <a:ext uri="{FF2B5EF4-FFF2-40B4-BE49-F238E27FC236}">
                <a16:creationId xmlns:a16="http://schemas.microsoft.com/office/drawing/2014/main" id="{A2AEDD97-1B52-E8FB-8540-77675EBDEFC6}"/>
              </a:ext>
            </a:extLst>
          </p:cNvPr>
          <p:cNvSpPr>
            <a:spLocks noGrp="1"/>
          </p:cNvSpPr>
          <p:nvPr>
            <p:ph type="sldNum" sz="quarter" idx="40"/>
          </p:nvPr>
        </p:nvSpPr>
        <p:spPr/>
        <p:txBody>
          <a:bodyPr/>
          <a:lstStyle/>
          <a:p>
            <a:fld id="{47FEACEE-25B4-4A2D-B147-27296E36371D}" type="slidenum">
              <a:rPr lang="en-US" altLang="zh-CN" noProof="0" smtClean="0"/>
              <a:pPr/>
              <a:t>23</a:t>
            </a:fld>
            <a:endParaRPr lang="en-US" altLang="zh-CN" noProof="0" dirty="0"/>
          </a:p>
        </p:txBody>
      </p:sp>
      <p:sp>
        <p:nvSpPr>
          <p:cNvPr id="7" name="TextBox 6">
            <a:extLst>
              <a:ext uri="{FF2B5EF4-FFF2-40B4-BE49-F238E27FC236}">
                <a16:creationId xmlns:a16="http://schemas.microsoft.com/office/drawing/2014/main" id="{789F3030-E2D9-CE70-AACF-06584B173705}"/>
              </a:ext>
            </a:extLst>
          </p:cNvPr>
          <p:cNvSpPr txBox="1"/>
          <p:nvPr/>
        </p:nvSpPr>
        <p:spPr>
          <a:xfrm>
            <a:off x="5855110" y="1150374"/>
            <a:ext cx="5235677" cy="4247317"/>
          </a:xfrm>
          <a:prstGeom prst="rect">
            <a:avLst/>
          </a:prstGeom>
        </p:spPr>
        <p:txBody>
          <a:bodyPr wrap="square" rtlCol="0">
            <a:spAutoFit/>
          </a:bodyPr>
          <a:lstStyle/>
          <a:p>
            <a:pPr marL="342900" indent="-342900">
              <a:buAutoNum type="arabicPeriod"/>
            </a:pPr>
            <a:r>
              <a:rPr lang="en-US" b="1" dirty="0">
                <a:solidFill>
                  <a:schemeClr val="bg1"/>
                </a:solidFill>
              </a:rPr>
              <a:t>AI Missing Context: The Compression Trap</a:t>
            </a:r>
          </a:p>
          <a:p>
            <a:pPr marL="342900" indent="-342900">
              <a:buAutoNum type="arabicPeriod"/>
            </a:pPr>
            <a:endParaRPr lang="en-US" b="1" dirty="0">
              <a:solidFill>
                <a:schemeClr val="bg1"/>
              </a:solidFill>
            </a:endParaRPr>
          </a:p>
          <a:p>
            <a:pPr lvl="0"/>
            <a:r>
              <a:rPr lang="en-US" b="1" dirty="0">
                <a:solidFill>
                  <a:schemeClr val="bg1"/>
                </a:solidFill>
              </a:rPr>
              <a:t>Why the AI does it:</a:t>
            </a:r>
            <a:r>
              <a:rPr lang="en-US" dirty="0">
                <a:solidFill>
                  <a:schemeClr val="bg1"/>
                </a:solidFill>
              </a:rPr>
              <a:t> Large Language Models (LLMs) are bound by token constraints (length limits) and are optimized for conciseness. When asked to summarize a 50-page document or a complex topic, the AI aggressively discards nuances, local exceptions, and foundational history to deliver a clean, brief response.</a:t>
            </a:r>
          </a:p>
          <a:p>
            <a:pPr lvl="0"/>
            <a:endParaRPr lang="en-US" dirty="0">
              <a:solidFill>
                <a:schemeClr val="bg1"/>
              </a:solidFill>
            </a:endParaRPr>
          </a:p>
          <a:p>
            <a:pPr lvl="0"/>
            <a:r>
              <a:rPr lang="en-US" b="1" dirty="0">
                <a:solidFill>
                  <a:schemeClr val="bg1"/>
                </a:solidFill>
              </a:rPr>
              <a:t>How it looks in AI evidence:</a:t>
            </a:r>
            <a:r>
              <a:rPr lang="en-US" dirty="0">
                <a:solidFill>
                  <a:schemeClr val="bg1"/>
                </a:solidFill>
              </a:rPr>
              <a:t> The AI states a flat fact or trend line without mentioning the unique environment that made it possible.</a:t>
            </a:r>
          </a:p>
          <a:p>
            <a:pPr marL="0" indent="0" algn="ctr">
              <a:lnSpc>
                <a:spcPct val="100000"/>
              </a:lnSpc>
              <a:spcBef>
                <a:spcPts val="0"/>
              </a:spcBef>
              <a:buFontTx/>
              <a:buNone/>
            </a:pPr>
            <a:endParaRPr lang="en-US" sz="1800" dirty="0">
              <a:solidFill>
                <a:prstClr val="white"/>
              </a:solidFill>
              <a:latin typeface="Posterama" panose="020B0504020200020000" pitchFamily="34" charset="0"/>
              <a:ea typeface="微软雅黑"/>
              <a:cs typeface="Posterama" panose="020B0504020200020000" pitchFamily="34" charset="0"/>
            </a:endParaRPr>
          </a:p>
          <a:p>
            <a:pPr marL="0" indent="0" algn="ctr">
              <a:lnSpc>
                <a:spcPct val="100000"/>
              </a:lnSpc>
              <a:spcBef>
                <a:spcPts val="0"/>
              </a:spcBef>
              <a:buFontTx/>
              <a:buNone/>
            </a:pPr>
            <a:endParaRPr lang="en-US" sz="1800" dirty="0">
              <a:solidFill>
                <a:prstClr val="white"/>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37079227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8F6DF-E13D-9C6F-CA25-0C856BF37ADE}"/>
              </a:ext>
            </a:extLst>
          </p:cNvPr>
          <p:cNvSpPr>
            <a:spLocks noGrp="1"/>
          </p:cNvSpPr>
          <p:nvPr>
            <p:ph type="title"/>
          </p:nvPr>
        </p:nvSpPr>
        <p:spPr/>
        <p:txBody>
          <a:bodyPr/>
          <a:lstStyle/>
          <a:p>
            <a:r>
              <a:rPr lang="en-US" dirty="0"/>
              <a:t>AI Cherry Picking Trap</a:t>
            </a:r>
          </a:p>
        </p:txBody>
      </p:sp>
      <p:sp>
        <p:nvSpPr>
          <p:cNvPr id="3" name="Content Placeholder 2">
            <a:extLst>
              <a:ext uri="{FF2B5EF4-FFF2-40B4-BE49-F238E27FC236}">
                <a16:creationId xmlns:a16="http://schemas.microsoft.com/office/drawing/2014/main" id="{03A3549C-738C-7319-4053-CE843D27FC8C}"/>
              </a:ext>
            </a:extLst>
          </p:cNvPr>
          <p:cNvSpPr>
            <a:spLocks noGrp="1"/>
          </p:cNvSpPr>
          <p:nvPr>
            <p:ph idx="14"/>
          </p:nvPr>
        </p:nvSpPr>
        <p:spPr>
          <a:xfrm>
            <a:off x="3465576" y="3108960"/>
            <a:ext cx="7448230" cy="3108960"/>
          </a:xfrm>
        </p:spPr>
        <p:txBody>
          <a:bodyPr>
            <a:normAutofit/>
          </a:bodyPr>
          <a:lstStyle/>
          <a:p>
            <a:pPr marL="0" indent="0">
              <a:buNone/>
            </a:pPr>
            <a:r>
              <a:rPr lang="en-US" b="1" dirty="0"/>
              <a:t>2. AI Cherry-Picking: The Sycophancy Trap</a:t>
            </a:r>
          </a:p>
          <a:p>
            <a:pPr marL="0" lvl="0" indent="0">
              <a:buNone/>
            </a:pPr>
            <a:r>
              <a:rPr lang="en-US" b="1" dirty="0"/>
              <a:t>Why the AI does it:</a:t>
            </a:r>
            <a:r>
              <a:rPr lang="en-US" dirty="0"/>
              <a:t> AI models suffer from </a:t>
            </a:r>
            <a:r>
              <a:rPr lang="en-US" b="1" dirty="0"/>
              <a:t>sycophancy</a:t>
            </a:r>
            <a:r>
              <a:rPr lang="en-US" dirty="0"/>
              <a:t>—a built-in algorithmic tendency to tell the user what they want to hear based on the structure of the prompt. If you ask a biased question, the AI will comb its vast database to compile only the data points that satisfy your bias, ignoring the wider consensus.</a:t>
            </a:r>
          </a:p>
          <a:p>
            <a:pPr marL="0" lvl="0" indent="0">
              <a:buNone/>
            </a:pPr>
            <a:r>
              <a:rPr lang="en-US" b="1" dirty="0"/>
              <a:t>How it looks in AI evidence:</a:t>
            </a:r>
            <a:r>
              <a:rPr lang="en-US" dirty="0"/>
              <a:t> The AI presents an absolute, one-sided list of statistics that perfectly validates a narrow viewpoint, masking it in a highly professional tone.</a:t>
            </a:r>
          </a:p>
          <a:p>
            <a:endParaRPr lang="en-US" dirty="0"/>
          </a:p>
        </p:txBody>
      </p:sp>
      <p:sp>
        <p:nvSpPr>
          <p:cNvPr id="5" name="Slide Number Placeholder 4">
            <a:extLst>
              <a:ext uri="{FF2B5EF4-FFF2-40B4-BE49-F238E27FC236}">
                <a16:creationId xmlns:a16="http://schemas.microsoft.com/office/drawing/2014/main" id="{005CD1C9-9770-BB5D-C49F-8203565C5226}"/>
              </a:ext>
            </a:extLst>
          </p:cNvPr>
          <p:cNvSpPr>
            <a:spLocks noGrp="1"/>
          </p:cNvSpPr>
          <p:nvPr>
            <p:ph type="sldNum" sz="quarter" idx="40"/>
          </p:nvPr>
        </p:nvSpPr>
        <p:spPr/>
        <p:txBody>
          <a:bodyPr/>
          <a:lstStyle/>
          <a:p>
            <a:fld id="{47FEACEE-25B4-4A2D-B147-27296E36371D}" type="slidenum">
              <a:rPr lang="en-US" altLang="zh-CN" noProof="0" smtClean="0"/>
              <a:pPr/>
              <a:t>24</a:t>
            </a:fld>
            <a:endParaRPr lang="en-US" altLang="zh-CN" noProof="0" dirty="0"/>
          </a:p>
        </p:txBody>
      </p:sp>
    </p:spTree>
    <p:extLst>
      <p:ext uri="{BB962C8B-B14F-4D97-AF65-F5344CB8AC3E}">
        <p14:creationId xmlns:p14="http://schemas.microsoft.com/office/powerpoint/2010/main" val="15051584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2F5DF-4869-1E5B-7A5E-014B38EB0962}"/>
              </a:ext>
            </a:extLst>
          </p:cNvPr>
          <p:cNvSpPr>
            <a:spLocks noGrp="1"/>
          </p:cNvSpPr>
          <p:nvPr>
            <p:ph type="title"/>
          </p:nvPr>
        </p:nvSpPr>
        <p:spPr/>
        <p:txBody>
          <a:bodyPr/>
          <a:lstStyle/>
          <a:p>
            <a:r>
              <a:rPr lang="en-US" dirty="0"/>
              <a:t>AI Misleading Framing </a:t>
            </a:r>
          </a:p>
        </p:txBody>
      </p:sp>
      <p:sp>
        <p:nvSpPr>
          <p:cNvPr id="3" name="Content Placeholder 2">
            <a:extLst>
              <a:ext uri="{FF2B5EF4-FFF2-40B4-BE49-F238E27FC236}">
                <a16:creationId xmlns:a16="http://schemas.microsoft.com/office/drawing/2014/main" id="{6B3F80B7-EEAF-513E-172C-B7B2EB9E051A}"/>
              </a:ext>
            </a:extLst>
          </p:cNvPr>
          <p:cNvSpPr>
            <a:spLocks noGrp="1"/>
          </p:cNvSpPr>
          <p:nvPr>
            <p:ph idx="14"/>
          </p:nvPr>
        </p:nvSpPr>
        <p:spPr>
          <a:xfrm>
            <a:off x="3465576" y="3108960"/>
            <a:ext cx="7418734" cy="3108960"/>
          </a:xfrm>
        </p:spPr>
        <p:txBody>
          <a:bodyPr>
            <a:normAutofit/>
          </a:bodyPr>
          <a:lstStyle/>
          <a:p>
            <a:pPr marL="0" indent="0">
              <a:buNone/>
            </a:pPr>
            <a:r>
              <a:rPr lang="en-US" b="1" dirty="0"/>
              <a:t>3. AI Misleading Framing: The Persona Mirror</a:t>
            </a:r>
          </a:p>
          <a:p>
            <a:pPr marL="0" lvl="0" indent="0">
              <a:buNone/>
            </a:pPr>
            <a:r>
              <a:rPr lang="en-US" b="1" dirty="0"/>
              <a:t>Why the AI does it:</a:t>
            </a:r>
            <a:r>
              <a:rPr lang="en-US" dirty="0"/>
              <a:t> AI seamlessly adopts whatever stylistic tone, emotional register, or analytical frame you establish in your prompt. If you ask it to analyze a neutral corporate report "as a skeptical investor," it will frame ordinary expenses as catastrophic failures.</a:t>
            </a:r>
          </a:p>
          <a:p>
            <a:pPr marL="0" lvl="0" indent="0">
              <a:buNone/>
            </a:pPr>
            <a:r>
              <a:rPr lang="en-US" b="1" dirty="0"/>
              <a:t>How it looks in AI evidence:</a:t>
            </a:r>
            <a:r>
              <a:rPr lang="en-US" dirty="0"/>
              <a:t> The AI uses loaded adjectives (</a:t>
            </a:r>
            <a:r>
              <a:rPr lang="en-US" i="1" dirty="0"/>
              <a:t>"drastic decline," "unprecedented leap"</a:t>
            </a:r>
            <a:r>
              <a:rPr lang="en-US" dirty="0"/>
              <a:t>) to describe statistically minor variations, creating a narrative arc out of flat data.</a:t>
            </a:r>
          </a:p>
          <a:p>
            <a:pPr marL="0" indent="0">
              <a:buNone/>
            </a:pPr>
            <a:endParaRPr lang="en-US" dirty="0"/>
          </a:p>
        </p:txBody>
      </p:sp>
      <p:sp>
        <p:nvSpPr>
          <p:cNvPr id="5" name="Slide Number Placeholder 4">
            <a:extLst>
              <a:ext uri="{FF2B5EF4-FFF2-40B4-BE49-F238E27FC236}">
                <a16:creationId xmlns:a16="http://schemas.microsoft.com/office/drawing/2014/main" id="{C74B8A50-059A-289B-57AF-15705E47BA79}"/>
              </a:ext>
            </a:extLst>
          </p:cNvPr>
          <p:cNvSpPr>
            <a:spLocks noGrp="1"/>
          </p:cNvSpPr>
          <p:nvPr>
            <p:ph type="sldNum" sz="quarter" idx="40"/>
          </p:nvPr>
        </p:nvSpPr>
        <p:spPr/>
        <p:txBody>
          <a:bodyPr/>
          <a:lstStyle/>
          <a:p>
            <a:fld id="{47FEACEE-25B4-4A2D-B147-27296E36371D}" type="slidenum">
              <a:rPr lang="en-US" altLang="zh-CN" noProof="0" smtClean="0"/>
              <a:pPr/>
              <a:t>25</a:t>
            </a:fld>
            <a:endParaRPr lang="en-US" altLang="zh-CN" noProof="0" dirty="0"/>
          </a:p>
        </p:txBody>
      </p:sp>
    </p:spTree>
    <p:extLst>
      <p:ext uri="{BB962C8B-B14F-4D97-AF65-F5344CB8AC3E}">
        <p14:creationId xmlns:p14="http://schemas.microsoft.com/office/powerpoint/2010/main" val="21313262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6D107-8D82-0098-7887-E72840D2CC73}"/>
              </a:ext>
            </a:extLst>
          </p:cNvPr>
          <p:cNvSpPr>
            <a:spLocks noGrp="1"/>
          </p:cNvSpPr>
          <p:nvPr>
            <p:ph type="title"/>
          </p:nvPr>
        </p:nvSpPr>
        <p:spPr>
          <a:xfrm>
            <a:off x="3468185" y="924429"/>
            <a:ext cx="7955280" cy="742139"/>
          </a:xfrm>
        </p:spPr>
        <p:txBody>
          <a:bodyPr>
            <a:normAutofit/>
          </a:bodyPr>
          <a:lstStyle/>
          <a:p>
            <a:r>
              <a:rPr lang="en-US" sz="2800" dirty="0"/>
              <a:t>AI Logical Reasoning and Fallacies</a:t>
            </a:r>
          </a:p>
        </p:txBody>
      </p:sp>
      <p:sp>
        <p:nvSpPr>
          <p:cNvPr id="5" name="Slide Number Placeholder 4">
            <a:extLst>
              <a:ext uri="{FF2B5EF4-FFF2-40B4-BE49-F238E27FC236}">
                <a16:creationId xmlns:a16="http://schemas.microsoft.com/office/drawing/2014/main" id="{8176DE02-23E0-9D51-A313-E7AD2F6313BD}"/>
              </a:ext>
            </a:extLst>
          </p:cNvPr>
          <p:cNvSpPr>
            <a:spLocks noGrp="1"/>
          </p:cNvSpPr>
          <p:nvPr>
            <p:ph type="sldNum" sz="quarter" idx="40"/>
          </p:nvPr>
        </p:nvSpPr>
        <p:spPr/>
        <p:txBody>
          <a:bodyPr/>
          <a:lstStyle/>
          <a:p>
            <a:fld id="{47FEACEE-25B4-4A2D-B147-27296E36371D}" type="slidenum">
              <a:rPr lang="en-US" altLang="zh-CN" noProof="0" smtClean="0"/>
              <a:pPr/>
              <a:t>26</a:t>
            </a:fld>
            <a:endParaRPr lang="en-US" altLang="zh-CN" noProof="0" dirty="0"/>
          </a:p>
        </p:txBody>
      </p:sp>
      <p:sp>
        <p:nvSpPr>
          <p:cNvPr id="4" name="Content Placeholder 3">
            <a:extLst>
              <a:ext uri="{FF2B5EF4-FFF2-40B4-BE49-F238E27FC236}">
                <a16:creationId xmlns:a16="http://schemas.microsoft.com/office/drawing/2014/main" id="{23C4197D-A6B7-9037-0293-B83CDF73165E}"/>
              </a:ext>
            </a:extLst>
          </p:cNvPr>
          <p:cNvSpPr>
            <a:spLocks noGrp="1"/>
          </p:cNvSpPr>
          <p:nvPr>
            <p:ph idx="14"/>
          </p:nvPr>
        </p:nvSpPr>
        <p:spPr>
          <a:xfrm>
            <a:off x="3465576" y="3108960"/>
            <a:ext cx="7492476" cy="3108960"/>
          </a:xfrm>
        </p:spPr>
        <p:txBody>
          <a:bodyPr/>
          <a:lstStyle/>
          <a:p>
            <a:r>
              <a:rPr lang="en-US" dirty="0"/>
              <a:t>When evaluating the </a:t>
            </a:r>
            <a:r>
              <a:rPr lang="en-US" b="1" dirty="0"/>
              <a:t>logical reasoning of an AI model</a:t>
            </a:r>
            <a:r>
              <a:rPr lang="en-US" dirty="0"/>
              <a:t>, we must look past its fluent language and dissect its argument structure.</a:t>
            </a:r>
          </a:p>
          <a:p>
            <a:endParaRPr lang="en-US" dirty="0"/>
          </a:p>
          <a:p>
            <a:r>
              <a:rPr lang="en-US" dirty="0"/>
              <a:t>AI tools are built on neural networks that predict the next most likely word; they do not possess a conscious mind that understands human logic. As a result, they can easily construct arguments that </a:t>
            </a:r>
            <a:r>
              <a:rPr lang="en-US" i="1" dirty="0"/>
              <a:t>look</a:t>
            </a:r>
            <a:r>
              <a:rPr lang="en-US" dirty="0"/>
              <a:t> perfectly structured but are fundamentally broken underneath </a:t>
            </a:r>
          </a:p>
        </p:txBody>
      </p:sp>
    </p:spTree>
    <p:extLst>
      <p:ext uri="{BB962C8B-B14F-4D97-AF65-F5344CB8AC3E}">
        <p14:creationId xmlns:p14="http://schemas.microsoft.com/office/powerpoint/2010/main" val="25859140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90214-FE94-F059-EF31-D6F5796909EC}"/>
              </a:ext>
            </a:extLst>
          </p:cNvPr>
          <p:cNvSpPr>
            <a:spLocks noGrp="1"/>
          </p:cNvSpPr>
          <p:nvPr>
            <p:ph type="title"/>
          </p:nvPr>
        </p:nvSpPr>
        <p:spPr>
          <a:xfrm>
            <a:off x="3465576" y="640080"/>
            <a:ext cx="7955280" cy="1335024"/>
          </a:xfrm>
        </p:spPr>
        <p:txBody>
          <a:bodyPr/>
          <a:lstStyle/>
          <a:p>
            <a:r>
              <a:rPr lang="en-US" dirty="0"/>
              <a:t>Three Core Components of AI Argument</a:t>
            </a:r>
          </a:p>
        </p:txBody>
      </p:sp>
      <p:pic>
        <p:nvPicPr>
          <p:cNvPr id="6" name="Content Placeholder 5">
            <a:extLst>
              <a:ext uri="{FF2B5EF4-FFF2-40B4-BE49-F238E27FC236}">
                <a16:creationId xmlns:a16="http://schemas.microsoft.com/office/drawing/2014/main" id="{FFF69099-DFBC-6E2E-FC95-93A35F2C0BAF}"/>
              </a:ext>
            </a:extLst>
          </p:cNvPr>
          <p:cNvPicPr>
            <a:picLocks noGrp="1" noChangeAspect="1"/>
          </p:cNvPicPr>
          <p:nvPr>
            <p:ph idx="14"/>
          </p:nvPr>
        </p:nvPicPr>
        <p:blipFill>
          <a:blip r:embed="rId2"/>
          <a:stretch>
            <a:fillRect/>
          </a:stretch>
        </p:blipFill>
        <p:spPr>
          <a:xfrm>
            <a:off x="669696" y="3496437"/>
            <a:ext cx="4486275" cy="1200150"/>
          </a:xfrm>
          <a:prstGeom prst="rect">
            <a:avLst/>
          </a:prstGeom>
        </p:spPr>
      </p:pic>
      <p:sp>
        <p:nvSpPr>
          <p:cNvPr id="5" name="Slide Number Placeholder 4">
            <a:extLst>
              <a:ext uri="{FF2B5EF4-FFF2-40B4-BE49-F238E27FC236}">
                <a16:creationId xmlns:a16="http://schemas.microsoft.com/office/drawing/2014/main" id="{5EA1FAC2-D1D6-57F9-7331-E63532BF9DD9}"/>
              </a:ext>
            </a:extLst>
          </p:cNvPr>
          <p:cNvSpPr>
            <a:spLocks noGrp="1"/>
          </p:cNvSpPr>
          <p:nvPr>
            <p:ph type="sldNum" sz="quarter" idx="40"/>
          </p:nvPr>
        </p:nvSpPr>
        <p:spPr/>
        <p:txBody>
          <a:bodyPr/>
          <a:lstStyle/>
          <a:p>
            <a:fld id="{47FEACEE-25B4-4A2D-B147-27296E36371D}" type="slidenum">
              <a:rPr lang="en-US" altLang="zh-CN" noProof="0" smtClean="0"/>
              <a:pPr/>
              <a:t>27</a:t>
            </a:fld>
            <a:endParaRPr lang="en-US" altLang="zh-CN" noProof="0" dirty="0"/>
          </a:p>
        </p:txBody>
      </p:sp>
      <p:sp>
        <p:nvSpPr>
          <p:cNvPr id="7" name="TextBox 6">
            <a:extLst>
              <a:ext uri="{FF2B5EF4-FFF2-40B4-BE49-F238E27FC236}">
                <a16:creationId xmlns:a16="http://schemas.microsoft.com/office/drawing/2014/main" id="{201C8EDD-83E2-3CA7-247E-47658B26E567}"/>
              </a:ext>
            </a:extLst>
          </p:cNvPr>
          <p:cNvSpPr txBox="1"/>
          <p:nvPr/>
        </p:nvSpPr>
        <p:spPr>
          <a:xfrm>
            <a:off x="5899355" y="2286000"/>
            <a:ext cx="5622949" cy="3970318"/>
          </a:xfrm>
          <a:prstGeom prst="rect">
            <a:avLst/>
          </a:prstGeom>
        </p:spPr>
        <p:txBody>
          <a:bodyPr wrap="square" rtlCol="0">
            <a:spAutoFit/>
          </a:bodyPr>
          <a:lstStyle/>
          <a:p>
            <a:pPr lvl="0"/>
            <a:r>
              <a:rPr lang="en-US" b="1" dirty="0">
                <a:solidFill>
                  <a:schemeClr val="bg1"/>
                </a:solidFill>
              </a:rPr>
              <a:t>The Premises:</a:t>
            </a:r>
            <a:r>
              <a:rPr lang="en-US" dirty="0">
                <a:solidFill>
                  <a:schemeClr val="bg1"/>
                </a:solidFill>
              </a:rPr>
              <a:t> These are the foundational claims, data points, or assumptions the AI presents as truth. In an AI model, premises come from two places: your prompt or its own training data.</a:t>
            </a:r>
          </a:p>
          <a:p>
            <a:pPr lvl="0"/>
            <a:endParaRPr lang="en-US" dirty="0">
              <a:solidFill>
                <a:schemeClr val="bg1"/>
              </a:solidFill>
            </a:endParaRPr>
          </a:p>
          <a:p>
            <a:pPr lvl="0"/>
            <a:r>
              <a:rPr lang="en-US" b="1" dirty="0">
                <a:solidFill>
                  <a:schemeClr val="bg1"/>
                </a:solidFill>
              </a:rPr>
              <a:t>The Inference:</a:t>
            </a:r>
            <a:r>
              <a:rPr lang="en-US" dirty="0">
                <a:solidFill>
                  <a:schemeClr val="bg1"/>
                </a:solidFill>
              </a:rPr>
              <a:t> This is the cognitive bridge. It is the step-by-step reasoning process the AI uses to connect its starting premises to its final point.</a:t>
            </a:r>
          </a:p>
          <a:p>
            <a:pPr lvl="0"/>
            <a:endParaRPr lang="en-US" dirty="0">
              <a:solidFill>
                <a:schemeClr val="bg1"/>
              </a:solidFill>
            </a:endParaRPr>
          </a:p>
          <a:p>
            <a:pPr lvl="0"/>
            <a:r>
              <a:rPr lang="en-US" b="1" dirty="0">
                <a:solidFill>
                  <a:schemeClr val="bg1"/>
                </a:solidFill>
              </a:rPr>
              <a:t>The Conclusion:</a:t>
            </a:r>
            <a:r>
              <a:rPr lang="en-US" dirty="0">
                <a:solidFill>
                  <a:schemeClr val="bg1"/>
                </a:solidFill>
              </a:rPr>
              <a:t> The final claim or decision arrived at by the AI.</a:t>
            </a:r>
          </a:p>
          <a:p>
            <a:br>
              <a:rPr lang="en-US" dirty="0">
                <a:solidFill>
                  <a:schemeClr val="bg1"/>
                </a:solidFill>
              </a:rPr>
            </a:br>
            <a:endParaRPr lang="en-US" dirty="0">
              <a:solidFill>
                <a:schemeClr val="bg1"/>
              </a:solidFill>
            </a:endParaRPr>
          </a:p>
          <a:p>
            <a:pPr marL="0" indent="0" algn="ctr">
              <a:lnSpc>
                <a:spcPct val="100000"/>
              </a:lnSpc>
              <a:spcBef>
                <a:spcPts val="0"/>
              </a:spcBef>
              <a:buFontTx/>
              <a:buNone/>
            </a:pPr>
            <a:endParaRPr lang="en-US" sz="1800" dirty="0">
              <a:solidFill>
                <a:prstClr val="white"/>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21505373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510FB-4A7E-457C-A0AD-AE7A81E927E8}"/>
              </a:ext>
            </a:extLst>
          </p:cNvPr>
          <p:cNvSpPr>
            <a:spLocks noGrp="1"/>
          </p:cNvSpPr>
          <p:nvPr>
            <p:ph type="title"/>
          </p:nvPr>
        </p:nvSpPr>
        <p:spPr>
          <a:xfrm>
            <a:off x="3465576" y="1499616"/>
            <a:ext cx="7955280" cy="365125"/>
          </a:xfrm>
        </p:spPr>
        <p:txBody>
          <a:bodyPr>
            <a:normAutofit fontScale="90000"/>
          </a:bodyPr>
          <a:lstStyle/>
          <a:p>
            <a:r>
              <a:rPr lang="en-US" dirty="0"/>
              <a:t>Validity &amp; Soundness of AI output</a:t>
            </a:r>
          </a:p>
        </p:txBody>
      </p:sp>
      <p:sp>
        <p:nvSpPr>
          <p:cNvPr id="3" name="Content Placeholder 2">
            <a:extLst>
              <a:ext uri="{FF2B5EF4-FFF2-40B4-BE49-F238E27FC236}">
                <a16:creationId xmlns:a16="http://schemas.microsoft.com/office/drawing/2014/main" id="{BFB810F5-8C58-EA74-F171-43DC8864200B}"/>
              </a:ext>
            </a:extLst>
          </p:cNvPr>
          <p:cNvSpPr>
            <a:spLocks noGrp="1"/>
          </p:cNvSpPr>
          <p:nvPr>
            <p:ph idx="14"/>
          </p:nvPr>
        </p:nvSpPr>
        <p:spPr>
          <a:xfrm>
            <a:off x="3465575" y="2787445"/>
            <a:ext cx="7728593" cy="3430475"/>
          </a:xfrm>
        </p:spPr>
        <p:txBody>
          <a:bodyPr/>
          <a:lstStyle/>
          <a:p>
            <a:r>
              <a:rPr lang="en-US" dirty="0"/>
              <a:t>The most dangerous trait of fluent AI is its ability to generate arguments that are completely </a:t>
            </a:r>
            <a:r>
              <a:rPr lang="en-US" b="1" dirty="0"/>
              <a:t>valid</a:t>
            </a:r>
            <a:r>
              <a:rPr lang="en-US" dirty="0"/>
              <a:t> but entirely </a:t>
            </a:r>
            <a:r>
              <a:rPr lang="en-US" b="1" dirty="0"/>
              <a:t>unsound</a:t>
            </a:r>
            <a:r>
              <a:rPr lang="en-US" dirty="0"/>
              <a:t>.</a:t>
            </a:r>
          </a:p>
          <a:p>
            <a:pPr lvl="0"/>
            <a:r>
              <a:rPr lang="en-US" b="1" dirty="0"/>
              <a:t>Validity</a:t>
            </a:r>
            <a:r>
              <a:rPr lang="en-US" dirty="0"/>
              <a:t> is about the </a:t>
            </a:r>
            <a:r>
              <a:rPr lang="en-US" b="1" dirty="0"/>
              <a:t>structure</a:t>
            </a:r>
            <a:r>
              <a:rPr lang="en-US" dirty="0"/>
              <a:t> of the argument. An argument is valid if the conclusion </a:t>
            </a:r>
            <a:r>
              <a:rPr lang="en-US" i="1" dirty="0"/>
              <a:t>must</a:t>
            </a:r>
            <a:r>
              <a:rPr lang="en-US" dirty="0"/>
              <a:t> follow logically from the premises, regardless of whether those premises are actually true in the real world.</a:t>
            </a:r>
          </a:p>
          <a:p>
            <a:pPr lvl="0"/>
            <a:r>
              <a:rPr lang="en-US" b="1" dirty="0"/>
              <a:t>Soundness</a:t>
            </a:r>
            <a:r>
              <a:rPr lang="en-US" dirty="0"/>
              <a:t> is about the </a:t>
            </a:r>
            <a:r>
              <a:rPr lang="en-US" b="1" dirty="0"/>
              <a:t>truth</a:t>
            </a:r>
            <a:r>
              <a:rPr lang="en-US" dirty="0"/>
              <a:t> of the argument. An argument is sound only if it meets two criteria: the logical structure is valid </a:t>
            </a:r>
            <a:r>
              <a:rPr lang="en-US" b="1" dirty="0"/>
              <a:t>AND</a:t>
            </a:r>
            <a:r>
              <a:rPr lang="en-US" dirty="0"/>
              <a:t> all the underlying premises are factually true.</a:t>
            </a:r>
          </a:p>
          <a:p>
            <a:pPr marL="0" indent="0">
              <a:buNone/>
            </a:pPr>
            <a:endParaRPr lang="en-US" dirty="0"/>
          </a:p>
        </p:txBody>
      </p:sp>
      <p:sp>
        <p:nvSpPr>
          <p:cNvPr id="5" name="Slide Number Placeholder 4">
            <a:extLst>
              <a:ext uri="{FF2B5EF4-FFF2-40B4-BE49-F238E27FC236}">
                <a16:creationId xmlns:a16="http://schemas.microsoft.com/office/drawing/2014/main" id="{E7890D9C-22B4-5C26-3241-B08D15A18B58}"/>
              </a:ext>
            </a:extLst>
          </p:cNvPr>
          <p:cNvSpPr>
            <a:spLocks noGrp="1"/>
          </p:cNvSpPr>
          <p:nvPr>
            <p:ph type="sldNum" sz="quarter" idx="40"/>
          </p:nvPr>
        </p:nvSpPr>
        <p:spPr/>
        <p:txBody>
          <a:bodyPr/>
          <a:lstStyle/>
          <a:p>
            <a:fld id="{47FEACEE-25B4-4A2D-B147-27296E36371D}" type="slidenum">
              <a:rPr lang="en-US" altLang="zh-CN" noProof="0" smtClean="0"/>
              <a:pPr/>
              <a:t>28</a:t>
            </a:fld>
            <a:endParaRPr lang="en-US" altLang="zh-CN" noProof="0" dirty="0"/>
          </a:p>
        </p:txBody>
      </p:sp>
    </p:spTree>
    <p:extLst>
      <p:ext uri="{BB962C8B-B14F-4D97-AF65-F5344CB8AC3E}">
        <p14:creationId xmlns:p14="http://schemas.microsoft.com/office/powerpoint/2010/main" val="2265978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DE7CB-22FD-C35B-EC59-CD23A3E8E0D4}"/>
              </a:ext>
            </a:extLst>
          </p:cNvPr>
          <p:cNvSpPr>
            <a:spLocks noGrp="1"/>
          </p:cNvSpPr>
          <p:nvPr>
            <p:ph type="title"/>
          </p:nvPr>
        </p:nvSpPr>
        <p:spPr>
          <a:xfrm>
            <a:off x="3465576" y="1499616"/>
            <a:ext cx="7955280" cy="365125"/>
          </a:xfrm>
        </p:spPr>
        <p:txBody>
          <a:bodyPr>
            <a:normAutofit fontScale="90000"/>
          </a:bodyPr>
          <a:lstStyle/>
          <a:p>
            <a:r>
              <a:rPr lang="en-US" dirty="0"/>
              <a:t>Common Fallacies</a:t>
            </a:r>
          </a:p>
        </p:txBody>
      </p:sp>
      <p:sp>
        <p:nvSpPr>
          <p:cNvPr id="3" name="Content Placeholder 2">
            <a:extLst>
              <a:ext uri="{FF2B5EF4-FFF2-40B4-BE49-F238E27FC236}">
                <a16:creationId xmlns:a16="http://schemas.microsoft.com/office/drawing/2014/main" id="{0FC8C551-114B-0BF9-1B09-314926493CCF}"/>
              </a:ext>
            </a:extLst>
          </p:cNvPr>
          <p:cNvSpPr>
            <a:spLocks noGrp="1"/>
          </p:cNvSpPr>
          <p:nvPr>
            <p:ph idx="14"/>
          </p:nvPr>
        </p:nvSpPr>
        <p:spPr>
          <a:xfrm>
            <a:off x="3465575" y="3108960"/>
            <a:ext cx="7403985" cy="3108960"/>
          </a:xfrm>
        </p:spPr>
        <p:txBody>
          <a:bodyPr>
            <a:normAutofit/>
          </a:bodyPr>
          <a:lstStyle/>
          <a:p>
            <a:pPr marL="0" indent="0">
              <a:buNone/>
            </a:pPr>
            <a:r>
              <a:rPr lang="en-US" dirty="0"/>
              <a:t>A fallacy is an error in reasoning that renders an argument invalid or unsound.</a:t>
            </a:r>
          </a:p>
          <a:p>
            <a:pPr marL="0" indent="0">
              <a:buNone/>
            </a:pPr>
            <a:endParaRPr lang="en-US" dirty="0"/>
          </a:p>
          <a:p>
            <a:pPr marL="0" indent="0">
              <a:buNone/>
            </a:pPr>
            <a:r>
              <a:rPr lang="en-US" dirty="0"/>
              <a:t> When processing highly fluent content, four specific fallacies frequently mask weak points behind a veneer of persuasiveness: </a:t>
            </a:r>
            <a:r>
              <a:rPr lang="en-US" b="1" dirty="0"/>
              <a:t>false cause, straw man, false dilemma, and appeal to authority</a:t>
            </a:r>
            <a:endParaRPr lang="en-US" dirty="0"/>
          </a:p>
        </p:txBody>
      </p:sp>
      <p:sp>
        <p:nvSpPr>
          <p:cNvPr id="5" name="Slide Number Placeholder 4">
            <a:extLst>
              <a:ext uri="{FF2B5EF4-FFF2-40B4-BE49-F238E27FC236}">
                <a16:creationId xmlns:a16="http://schemas.microsoft.com/office/drawing/2014/main" id="{9D84743E-6192-255F-440F-9ED5215CFEF2}"/>
              </a:ext>
            </a:extLst>
          </p:cNvPr>
          <p:cNvSpPr>
            <a:spLocks noGrp="1"/>
          </p:cNvSpPr>
          <p:nvPr>
            <p:ph type="sldNum" sz="quarter" idx="40"/>
          </p:nvPr>
        </p:nvSpPr>
        <p:spPr/>
        <p:txBody>
          <a:bodyPr/>
          <a:lstStyle/>
          <a:p>
            <a:fld id="{47FEACEE-25B4-4A2D-B147-27296E36371D}" type="slidenum">
              <a:rPr lang="en-US" altLang="zh-CN" noProof="0" smtClean="0"/>
              <a:pPr/>
              <a:t>29</a:t>
            </a:fld>
            <a:endParaRPr lang="en-US" altLang="zh-CN" noProof="0" dirty="0"/>
          </a:p>
        </p:txBody>
      </p:sp>
    </p:spTree>
    <p:extLst>
      <p:ext uri="{BB962C8B-B14F-4D97-AF65-F5344CB8AC3E}">
        <p14:creationId xmlns:p14="http://schemas.microsoft.com/office/powerpoint/2010/main" val="1250519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06BEE5-7C40-DEE0-0B12-2D8492771714}"/>
              </a:ext>
            </a:extLst>
          </p:cNvPr>
          <p:cNvSpPr>
            <a:spLocks noGrp="1"/>
          </p:cNvSpPr>
          <p:nvPr>
            <p:ph type="title"/>
          </p:nvPr>
        </p:nvSpPr>
        <p:spPr>
          <a:xfrm>
            <a:off x="3465576" y="1499616"/>
            <a:ext cx="7955280" cy="845378"/>
          </a:xfrm>
        </p:spPr>
        <p:txBody>
          <a:bodyPr>
            <a:normAutofit/>
          </a:bodyPr>
          <a:lstStyle/>
          <a:p>
            <a:r>
              <a:rPr lang="en-US" dirty="0"/>
              <a:t>AI Fallacies</a:t>
            </a:r>
          </a:p>
        </p:txBody>
      </p:sp>
      <p:sp>
        <p:nvSpPr>
          <p:cNvPr id="3" name="Content Placeholder 2">
            <a:extLst>
              <a:ext uri="{FF2B5EF4-FFF2-40B4-BE49-F238E27FC236}">
                <a16:creationId xmlns:a16="http://schemas.microsoft.com/office/drawing/2014/main" id="{37C41968-43DA-4F48-B962-18DEAA848D29}"/>
              </a:ext>
            </a:extLst>
          </p:cNvPr>
          <p:cNvSpPr>
            <a:spLocks noGrp="1"/>
          </p:cNvSpPr>
          <p:nvPr>
            <p:ph idx="14"/>
          </p:nvPr>
        </p:nvSpPr>
        <p:spPr>
          <a:xfrm>
            <a:off x="3465575" y="3108960"/>
            <a:ext cx="7728593" cy="3108960"/>
          </a:xfrm>
        </p:spPr>
        <p:txBody>
          <a:bodyPr>
            <a:normAutofit/>
          </a:bodyPr>
          <a:lstStyle/>
          <a:p>
            <a:pPr marL="0" indent="0">
              <a:buNone/>
            </a:pPr>
            <a:r>
              <a:rPr lang="en-US" b="1" dirty="0"/>
              <a:t>1. Post Hoc Ergo Propter Hoc (False Cause)</a:t>
            </a:r>
          </a:p>
          <a:p>
            <a:pPr marL="0" lvl="0" indent="0">
              <a:buNone/>
            </a:pPr>
            <a:r>
              <a:rPr lang="en-US" b="1" dirty="0"/>
              <a:t>The Flaw:</a:t>
            </a:r>
            <a:r>
              <a:rPr lang="en-US" dirty="0"/>
              <a:t> Assuming that because Event B occurred after Event A, Event A must have caused Event B.</a:t>
            </a:r>
          </a:p>
          <a:p>
            <a:pPr marL="0" lvl="0" indent="0">
              <a:buNone/>
            </a:pPr>
            <a:r>
              <a:rPr lang="en-US" b="1" dirty="0"/>
              <a:t>Why AI Does It:</a:t>
            </a:r>
            <a:r>
              <a:rPr lang="en-US" dirty="0"/>
              <a:t> AI models excel at spotting correlations but struggle to prove actual causation. If two trends appear together in its training data, the AI will fluently write a narrative linking them as cause and effect.</a:t>
            </a:r>
          </a:p>
          <a:p>
            <a:pPr marL="0" indent="0">
              <a:buNone/>
            </a:pPr>
            <a:endParaRPr lang="en-US" dirty="0"/>
          </a:p>
        </p:txBody>
      </p:sp>
      <p:sp>
        <p:nvSpPr>
          <p:cNvPr id="5" name="Slide Number Placeholder 4">
            <a:extLst>
              <a:ext uri="{FF2B5EF4-FFF2-40B4-BE49-F238E27FC236}">
                <a16:creationId xmlns:a16="http://schemas.microsoft.com/office/drawing/2014/main" id="{9FD9CE98-2D15-BE2D-78C9-6ACF73A3D01E}"/>
              </a:ext>
            </a:extLst>
          </p:cNvPr>
          <p:cNvSpPr>
            <a:spLocks noGrp="1"/>
          </p:cNvSpPr>
          <p:nvPr>
            <p:ph type="sldNum" sz="quarter" idx="40"/>
          </p:nvPr>
        </p:nvSpPr>
        <p:spPr/>
        <p:txBody>
          <a:bodyPr/>
          <a:lstStyle/>
          <a:p>
            <a:fld id="{47FEACEE-25B4-4A2D-B147-27296E36371D}" type="slidenum">
              <a:rPr lang="en-US" altLang="zh-CN" noProof="0" smtClean="0"/>
              <a:pPr/>
              <a:t>30</a:t>
            </a:fld>
            <a:endParaRPr lang="en-US" altLang="zh-CN" noProof="0" dirty="0"/>
          </a:p>
        </p:txBody>
      </p:sp>
    </p:spTree>
    <p:extLst>
      <p:ext uri="{BB962C8B-B14F-4D97-AF65-F5344CB8AC3E}">
        <p14:creationId xmlns:p14="http://schemas.microsoft.com/office/powerpoint/2010/main" val="16239287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BB23C6-3400-0C5F-8BD4-88EDA6DA07E9}"/>
              </a:ext>
            </a:extLst>
          </p:cNvPr>
          <p:cNvSpPr>
            <a:spLocks noGrp="1"/>
          </p:cNvSpPr>
          <p:nvPr>
            <p:ph idx="14"/>
          </p:nvPr>
        </p:nvSpPr>
        <p:spPr>
          <a:xfrm>
            <a:off x="2905433" y="1253613"/>
            <a:ext cx="8495070" cy="4964307"/>
          </a:xfrm>
        </p:spPr>
        <p:txBody>
          <a:bodyPr>
            <a:normAutofit/>
          </a:bodyPr>
          <a:lstStyle/>
          <a:p>
            <a:pPr marL="0" indent="0">
              <a:buNone/>
            </a:pPr>
            <a:r>
              <a:rPr lang="en-US" b="1" dirty="0"/>
              <a:t>2. Circular Reasoning (Begging the Question)</a:t>
            </a:r>
          </a:p>
          <a:p>
            <a:pPr marL="0" lvl="0" indent="0">
              <a:buNone/>
            </a:pPr>
            <a:r>
              <a:rPr lang="en-US" b="1" dirty="0"/>
              <a:t>The Flaw:</a:t>
            </a:r>
            <a:r>
              <a:rPr lang="en-US" dirty="0"/>
              <a:t> An argument where the premise is identical to the conclusion. The proof relies completely on the claim itself.</a:t>
            </a:r>
          </a:p>
          <a:p>
            <a:pPr marL="0" lvl="0" indent="0">
              <a:buNone/>
            </a:pPr>
            <a:r>
              <a:rPr lang="en-US" b="1" dirty="0"/>
              <a:t>Why AI Does It:</a:t>
            </a:r>
            <a:r>
              <a:rPr lang="en-US" dirty="0"/>
              <a:t> When compressed by length limits, an AI often runs out of substantive data points and fills space by restating your prompt in different words to appear thorough.</a:t>
            </a:r>
          </a:p>
          <a:p>
            <a:pPr marL="0" lvl="0" indent="0">
              <a:buNone/>
            </a:pPr>
            <a:r>
              <a:rPr lang="en-US" b="1" dirty="0"/>
              <a:t>The AI Presentation:</a:t>
            </a:r>
            <a:r>
              <a:rPr lang="en-US" dirty="0"/>
              <a:t> </a:t>
            </a:r>
            <a:r>
              <a:rPr lang="en-US" i="1" dirty="0"/>
              <a:t>"Our proprietary algorithm is highly reliable because it uses a state-of-the-art diagnostic system that consistently delivers dependable results."</a:t>
            </a:r>
            <a:r>
              <a:rPr lang="en-US" dirty="0"/>
              <a:t> (It is reliable because it is dependable).</a:t>
            </a:r>
          </a:p>
          <a:p>
            <a:pPr marL="0" indent="0">
              <a:buNone/>
            </a:pPr>
            <a:r>
              <a:rPr lang="en-US" b="1" dirty="0"/>
              <a:t>3. The False Dichotomy (Black-and-White Thinking)</a:t>
            </a:r>
          </a:p>
          <a:p>
            <a:pPr marL="0" lvl="0" indent="0">
              <a:buNone/>
            </a:pPr>
            <a:r>
              <a:rPr lang="en-US" b="1" dirty="0"/>
              <a:t>The Flaw:</a:t>
            </a:r>
            <a:r>
              <a:rPr lang="en-US" dirty="0"/>
              <a:t> Presenting a complex issue as a rigid choice between only two extreme options, completely ignoring the nuanced middle ground.</a:t>
            </a:r>
          </a:p>
          <a:p>
            <a:pPr marL="0" lvl="0" indent="0">
              <a:buNone/>
            </a:pPr>
            <a:r>
              <a:rPr lang="en-US" b="1" dirty="0"/>
              <a:t>Why AI Does It:</a:t>
            </a:r>
            <a:r>
              <a:rPr lang="en-US" dirty="0"/>
              <a:t> AI models are often trained to optimize for clear, categorized answers. It is algorithmically simpler for an LLM to pit two opposing concepts against each other than to balance a spectrum of overlapping variables.</a:t>
            </a:r>
          </a:p>
          <a:p>
            <a:pPr marL="0" lvl="0" indent="0">
              <a:buNone/>
            </a:pPr>
            <a:endParaRPr lang="en-US" dirty="0"/>
          </a:p>
          <a:p>
            <a:endParaRPr lang="en-US" dirty="0"/>
          </a:p>
        </p:txBody>
      </p:sp>
      <p:sp>
        <p:nvSpPr>
          <p:cNvPr id="5" name="Slide Number Placeholder 4">
            <a:extLst>
              <a:ext uri="{FF2B5EF4-FFF2-40B4-BE49-F238E27FC236}">
                <a16:creationId xmlns:a16="http://schemas.microsoft.com/office/drawing/2014/main" id="{1F087D66-B1DD-F4B5-E614-FBA1503D7A83}"/>
              </a:ext>
            </a:extLst>
          </p:cNvPr>
          <p:cNvSpPr>
            <a:spLocks noGrp="1"/>
          </p:cNvSpPr>
          <p:nvPr>
            <p:ph type="sldNum" sz="quarter" idx="40"/>
          </p:nvPr>
        </p:nvSpPr>
        <p:spPr/>
        <p:txBody>
          <a:bodyPr/>
          <a:lstStyle/>
          <a:p>
            <a:fld id="{47FEACEE-25B4-4A2D-B147-27296E36371D}" type="slidenum">
              <a:rPr lang="en-US" altLang="zh-CN" noProof="0" smtClean="0"/>
              <a:pPr/>
              <a:t>31</a:t>
            </a:fld>
            <a:endParaRPr lang="en-US" altLang="zh-CN" noProof="0" dirty="0"/>
          </a:p>
        </p:txBody>
      </p:sp>
    </p:spTree>
    <p:extLst>
      <p:ext uri="{BB962C8B-B14F-4D97-AF65-F5344CB8AC3E}">
        <p14:creationId xmlns:p14="http://schemas.microsoft.com/office/powerpoint/2010/main" val="27134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256C558-8412-932F-6A1D-E2389D4E8E61}"/>
              </a:ext>
            </a:extLst>
          </p:cNvPr>
          <p:cNvSpPr>
            <a:spLocks noGrp="1"/>
          </p:cNvSpPr>
          <p:nvPr>
            <p:ph idx="14"/>
          </p:nvPr>
        </p:nvSpPr>
        <p:spPr>
          <a:xfrm>
            <a:off x="3465576" y="2035277"/>
            <a:ext cx="6755056" cy="4182643"/>
          </a:xfrm>
        </p:spPr>
        <p:txBody>
          <a:bodyPr>
            <a:normAutofit/>
          </a:bodyPr>
          <a:lstStyle/>
          <a:p>
            <a:pPr marL="0" indent="0">
              <a:buNone/>
            </a:pPr>
            <a:r>
              <a:rPr lang="en-US" b="1" dirty="0"/>
              <a:t>4. The Bandwagon Fallacy (Ad Populum)</a:t>
            </a:r>
          </a:p>
          <a:p>
            <a:pPr marL="0" lvl="0" indent="0">
              <a:buNone/>
            </a:pPr>
            <a:r>
              <a:rPr lang="en-US" b="1" dirty="0"/>
              <a:t>The Flaw:</a:t>
            </a:r>
            <a:r>
              <a:rPr lang="en-US" dirty="0"/>
              <a:t> Arguing that a claim or solution is correct simply because a large number of people or organizations believe or use it.</a:t>
            </a:r>
          </a:p>
          <a:p>
            <a:pPr marL="0" lvl="0" indent="0">
              <a:buNone/>
            </a:pPr>
            <a:r>
              <a:rPr lang="en-US" b="1" dirty="0"/>
              <a:t>Why AI Does It:</a:t>
            </a:r>
            <a:r>
              <a:rPr lang="en-US" dirty="0"/>
              <a:t> LLMs operate on statistical popularity within their training data. If a specific framework or buzzword appears millions of times on the internet, the AI defaults to treating it as the definitive best practice.</a:t>
            </a:r>
          </a:p>
          <a:p>
            <a:pPr marL="0" lvl="0" indent="0">
              <a:buNone/>
            </a:pPr>
            <a:r>
              <a:rPr lang="en-US" b="1" dirty="0"/>
              <a:t>The AI Presentation:</a:t>
            </a:r>
            <a:r>
              <a:rPr lang="en-US" dirty="0"/>
              <a:t> </a:t>
            </a:r>
            <a:r>
              <a:rPr lang="en-US" i="1" dirty="0"/>
              <a:t>"90% of Fortune 500 companies use Framework X for their data logistics. Therefore, Framework X is the most secure and optimal tool for your local retail business.</a:t>
            </a:r>
            <a:endParaRPr lang="en-US" dirty="0"/>
          </a:p>
          <a:p>
            <a:pPr marL="0" indent="0">
              <a:buNone/>
            </a:pPr>
            <a:endParaRPr lang="en-US" dirty="0"/>
          </a:p>
        </p:txBody>
      </p:sp>
      <p:sp>
        <p:nvSpPr>
          <p:cNvPr id="5" name="Slide Number Placeholder 4">
            <a:extLst>
              <a:ext uri="{FF2B5EF4-FFF2-40B4-BE49-F238E27FC236}">
                <a16:creationId xmlns:a16="http://schemas.microsoft.com/office/drawing/2014/main" id="{B3E05126-692D-6B49-C24C-A9B65BC6BB25}"/>
              </a:ext>
            </a:extLst>
          </p:cNvPr>
          <p:cNvSpPr>
            <a:spLocks noGrp="1"/>
          </p:cNvSpPr>
          <p:nvPr>
            <p:ph type="sldNum" sz="quarter" idx="40"/>
          </p:nvPr>
        </p:nvSpPr>
        <p:spPr/>
        <p:txBody>
          <a:bodyPr/>
          <a:lstStyle/>
          <a:p>
            <a:fld id="{47FEACEE-25B4-4A2D-B147-27296E36371D}" type="slidenum">
              <a:rPr lang="en-US" altLang="zh-CN" noProof="0" smtClean="0"/>
              <a:pPr/>
              <a:t>32</a:t>
            </a:fld>
            <a:endParaRPr lang="en-US" altLang="zh-CN" noProof="0" dirty="0"/>
          </a:p>
        </p:txBody>
      </p:sp>
    </p:spTree>
    <p:extLst>
      <p:ext uri="{BB962C8B-B14F-4D97-AF65-F5344CB8AC3E}">
        <p14:creationId xmlns:p14="http://schemas.microsoft.com/office/powerpoint/2010/main" val="34308041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66C96F-7232-0D1D-5832-493573F69F90}"/>
              </a:ext>
            </a:extLst>
          </p:cNvPr>
          <p:cNvSpPr>
            <a:spLocks noGrp="1"/>
          </p:cNvSpPr>
          <p:nvPr>
            <p:ph idx="14"/>
          </p:nvPr>
        </p:nvSpPr>
        <p:spPr>
          <a:xfrm>
            <a:off x="3465575" y="3108960"/>
            <a:ext cx="7551470" cy="3108960"/>
          </a:xfrm>
        </p:spPr>
        <p:txBody>
          <a:bodyPr>
            <a:normAutofit/>
          </a:bodyPr>
          <a:lstStyle/>
          <a:p>
            <a:r>
              <a:rPr lang="en-US" dirty="0"/>
              <a:t>Large Language Models (LLMs) do not possess a database of facts or a conscious understanding of reality. Instead, they are advanced </a:t>
            </a:r>
            <a:r>
              <a:rPr lang="en-US" b="1" dirty="0"/>
              <a:t>statistical text-prediction engines</a:t>
            </a:r>
            <a:r>
              <a:rPr lang="en-US" dirty="0"/>
              <a:t>. </a:t>
            </a:r>
          </a:p>
        </p:txBody>
      </p:sp>
      <p:sp>
        <p:nvSpPr>
          <p:cNvPr id="5" name="Slide Number Placeholder 4">
            <a:extLst>
              <a:ext uri="{FF2B5EF4-FFF2-40B4-BE49-F238E27FC236}">
                <a16:creationId xmlns:a16="http://schemas.microsoft.com/office/drawing/2014/main" id="{C98EB585-2620-3AF2-EB75-7215326A0F5C}"/>
              </a:ext>
            </a:extLst>
          </p:cNvPr>
          <p:cNvSpPr>
            <a:spLocks noGrp="1"/>
          </p:cNvSpPr>
          <p:nvPr>
            <p:ph type="sldNum" sz="quarter" idx="40"/>
          </p:nvPr>
        </p:nvSpPr>
        <p:spPr/>
        <p:txBody>
          <a:bodyPr/>
          <a:lstStyle/>
          <a:p>
            <a:fld id="{47FEACEE-25B4-4A2D-B147-27296E36371D}" type="slidenum">
              <a:rPr lang="en-US" altLang="zh-CN" noProof="0" smtClean="0"/>
              <a:pPr/>
              <a:t>33</a:t>
            </a:fld>
            <a:endParaRPr lang="en-US" altLang="zh-CN" noProof="0" dirty="0"/>
          </a:p>
        </p:txBody>
      </p:sp>
      <p:sp>
        <p:nvSpPr>
          <p:cNvPr id="2" name="TextBox 1">
            <a:extLst>
              <a:ext uri="{FF2B5EF4-FFF2-40B4-BE49-F238E27FC236}">
                <a16:creationId xmlns:a16="http://schemas.microsoft.com/office/drawing/2014/main" id="{8CE76DD8-2FE4-3333-5032-F0AD8490A94D}"/>
              </a:ext>
            </a:extLst>
          </p:cNvPr>
          <p:cNvSpPr txBox="1"/>
          <p:nvPr/>
        </p:nvSpPr>
        <p:spPr>
          <a:xfrm>
            <a:off x="3170903" y="1489587"/>
            <a:ext cx="7846142" cy="369332"/>
          </a:xfrm>
          <a:prstGeom prst="rect">
            <a:avLst/>
          </a:prstGeom>
        </p:spPr>
        <p:txBody>
          <a:bodyPr wrap="square" rtlCol="0">
            <a:spAutoFit/>
          </a:bodyPr>
          <a:lstStyle/>
          <a:p>
            <a:pPr algn="ctr"/>
            <a:r>
              <a:rPr lang="en-US" dirty="0">
                <a:solidFill>
                  <a:schemeClr val="bg1"/>
                </a:solidFill>
              </a:rPr>
              <a:t>Why AI Models Can Be </a:t>
            </a:r>
            <a:r>
              <a:rPr lang="en-US" dirty="0" err="1">
                <a:solidFill>
                  <a:schemeClr val="bg1"/>
                </a:solidFill>
              </a:rPr>
              <a:t>Confincingly</a:t>
            </a:r>
            <a:r>
              <a:rPr lang="en-US" dirty="0">
                <a:solidFill>
                  <a:schemeClr val="bg1"/>
                </a:solidFill>
              </a:rPr>
              <a:t> Wrong: The Mechanics of Deception</a:t>
            </a:r>
            <a:endParaRPr lang="en-US" sz="1800" dirty="0">
              <a:solidFill>
                <a:schemeClr val="bg1"/>
              </a:solidFill>
              <a:latin typeface="Posterama" panose="020B0504020200020000" pitchFamily="34" charset="0"/>
              <a:ea typeface="微软雅黑"/>
              <a:cs typeface="Posterama" panose="020B0504020200020000" pitchFamily="34" charset="0"/>
            </a:endParaRPr>
          </a:p>
        </p:txBody>
      </p:sp>
    </p:spTree>
    <p:extLst>
      <p:ext uri="{BB962C8B-B14F-4D97-AF65-F5344CB8AC3E}">
        <p14:creationId xmlns:p14="http://schemas.microsoft.com/office/powerpoint/2010/main" val="2308768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40CA23-0303-BC98-7805-E55CF5F175BB}"/>
              </a:ext>
            </a:extLst>
          </p:cNvPr>
          <p:cNvSpPr>
            <a:spLocks noGrp="1"/>
          </p:cNvSpPr>
          <p:nvPr>
            <p:ph idx="14"/>
          </p:nvPr>
        </p:nvSpPr>
        <p:spPr>
          <a:xfrm>
            <a:off x="3465575" y="1076633"/>
            <a:ext cx="7993922" cy="5141288"/>
          </a:xfrm>
        </p:spPr>
        <p:txBody>
          <a:bodyPr>
            <a:normAutofit fontScale="85000" lnSpcReduction="10000"/>
          </a:bodyPr>
          <a:lstStyle/>
          <a:p>
            <a:pPr marL="0" indent="0">
              <a:buNone/>
            </a:pPr>
            <a:r>
              <a:rPr lang="en-US" b="1" dirty="0"/>
              <a:t>1. Hallucination: The Compulsive Word Predictor</a:t>
            </a:r>
          </a:p>
          <a:p>
            <a:pPr marL="0" lvl="0" indent="0">
              <a:buNone/>
            </a:pPr>
            <a:r>
              <a:rPr lang="en-US" b="1" dirty="0"/>
              <a:t>What it is:</a:t>
            </a:r>
            <a:r>
              <a:rPr lang="en-US" dirty="0"/>
              <a:t> The generation of text that sounds coherent and persuasive but is completely detached from factual reality or the input source.</a:t>
            </a:r>
          </a:p>
          <a:p>
            <a:pPr marL="0" lvl="0" indent="0">
              <a:buNone/>
            </a:pPr>
            <a:r>
              <a:rPr lang="en-US" b="1" dirty="0"/>
              <a:t>Why it happens:</a:t>
            </a:r>
            <a:r>
              <a:rPr lang="en-US" dirty="0"/>
              <a:t> AI is optimized to prioritize fluency and answer completeness over saying </a:t>
            </a:r>
            <a:r>
              <a:rPr lang="en-US" i="1" dirty="0"/>
              <a:t>"I don't know."</a:t>
            </a:r>
            <a:r>
              <a:rPr lang="en-US" dirty="0"/>
              <a:t> If a model encounters a gap in its pattern-matching network, it statistically invents a plausible-sounding filler point. Because it treats a fake fact with the same mathematical confidence as a real one, the tone remains unshakeable.</a:t>
            </a:r>
          </a:p>
          <a:p>
            <a:pPr marL="0" lvl="0" indent="0">
              <a:buNone/>
            </a:pPr>
            <a:r>
              <a:rPr lang="en-US" b="1" dirty="0"/>
              <a:t>The Manifestation:</a:t>
            </a:r>
            <a:r>
              <a:rPr lang="en-US" dirty="0"/>
              <a:t> Inventions of legal precedents, fake historical events, or non-existent software parameters that look perfectly authentic.</a:t>
            </a:r>
          </a:p>
          <a:p>
            <a:pPr marL="0" indent="0">
              <a:buNone/>
            </a:pPr>
            <a:r>
              <a:rPr lang="en-US" b="1" dirty="0"/>
              <a:t>2. Outdated Knowledge: The Static Worldview</a:t>
            </a:r>
          </a:p>
          <a:p>
            <a:pPr marL="0" lvl="0" indent="0">
              <a:buNone/>
            </a:pPr>
            <a:r>
              <a:rPr lang="en-US" b="1" dirty="0"/>
              <a:t>What it is:</a:t>
            </a:r>
            <a:r>
              <a:rPr lang="en-US" dirty="0"/>
              <a:t> The structural inability of a base model to account for real-time events, changing regulations, or new data discovered after its training cutoff date.</a:t>
            </a:r>
          </a:p>
          <a:p>
            <a:pPr marL="0" lvl="0" indent="0">
              <a:buNone/>
            </a:pPr>
            <a:r>
              <a:rPr lang="en-US" b="1" dirty="0"/>
              <a:t>Why it happens:</a:t>
            </a:r>
            <a:r>
              <a:rPr lang="en-US" dirty="0"/>
              <a:t> Base AI training is static and requires massive compute power. A model completed in early 2024 remains perpetually frozen in that exact moment in time unless paired with a live search engine.</a:t>
            </a:r>
          </a:p>
          <a:p>
            <a:pPr marL="0" lvl="0" indent="0">
              <a:buNone/>
            </a:pPr>
            <a:r>
              <a:rPr lang="en-US" b="1" dirty="0"/>
              <a:t>The Manifestation:</a:t>
            </a:r>
            <a:r>
              <a:rPr lang="en-US" dirty="0"/>
              <a:t> Providing expired tax codes, quoting bankrupt corporate structures as thriving, or ignoring breakthrough research papers published last month.</a:t>
            </a:r>
          </a:p>
          <a:p>
            <a:pPr marL="0" indent="0">
              <a:buNone/>
            </a:pPr>
            <a:br>
              <a:rPr lang="en-US" dirty="0"/>
            </a:br>
            <a:endParaRPr lang="en-US" dirty="0"/>
          </a:p>
          <a:p>
            <a:endParaRPr lang="en-US" dirty="0"/>
          </a:p>
        </p:txBody>
      </p:sp>
      <p:sp>
        <p:nvSpPr>
          <p:cNvPr id="5" name="Slide Number Placeholder 4">
            <a:extLst>
              <a:ext uri="{FF2B5EF4-FFF2-40B4-BE49-F238E27FC236}">
                <a16:creationId xmlns:a16="http://schemas.microsoft.com/office/drawing/2014/main" id="{CB470DE2-F760-6EB3-B073-838A0DB14011}"/>
              </a:ext>
            </a:extLst>
          </p:cNvPr>
          <p:cNvSpPr>
            <a:spLocks noGrp="1"/>
          </p:cNvSpPr>
          <p:nvPr>
            <p:ph type="sldNum" sz="quarter" idx="40"/>
          </p:nvPr>
        </p:nvSpPr>
        <p:spPr/>
        <p:txBody>
          <a:bodyPr/>
          <a:lstStyle/>
          <a:p>
            <a:fld id="{47FEACEE-25B4-4A2D-B147-27296E36371D}" type="slidenum">
              <a:rPr lang="en-US" altLang="zh-CN" noProof="0" smtClean="0"/>
              <a:pPr/>
              <a:t>34</a:t>
            </a:fld>
            <a:endParaRPr lang="en-US" altLang="zh-CN" noProof="0" dirty="0"/>
          </a:p>
        </p:txBody>
      </p:sp>
    </p:spTree>
    <p:extLst>
      <p:ext uri="{BB962C8B-B14F-4D97-AF65-F5344CB8AC3E}">
        <p14:creationId xmlns:p14="http://schemas.microsoft.com/office/powerpoint/2010/main" val="37336704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25486-B6D3-AE18-85DC-8426032DE4FF}"/>
              </a:ext>
            </a:extLst>
          </p:cNvPr>
          <p:cNvSpPr>
            <a:spLocks noGrp="1"/>
          </p:cNvSpPr>
          <p:nvPr>
            <p:ph type="title"/>
          </p:nvPr>
        </p:nvSpPr>
        <p:spPr>
          <a:xfrm>
            <a:off x="467879" y="427704"/>
            <a:ext cx="11184882" cy="1297858"/>
          </a:xfrm>
        </p:spPr>
        <p:txBody>
          <a:bodyPr>
            <a:normAutofit/>
          </a:bodyPr>
          <a:lstStyle/>
          <a:p>
            <a:r>
              <a:rPr lang="en-US" sz="2800" dirty="0"/>
              <a:t>The Friction of Verification: Balancing Speed and Skepticism</a:t>
            </a:r>
          </a:p>
        </p:txBody>
      </p:sp>
      <p:sp>
        <p:nvSpPr>
          <p:cNvPr id="5" name="Slide Number Placeholder 4">
            <a:extLst>
              <a:ext uri="{FF2B5EF4-FFF2-40B4-BE49-F238E27FC236}">
                <a16:creationId xmlns:a16="http://schemas.microsoft.com/office/drawing/2014/main" id="{AD57CFBC-5AD6-3EA4-1CD5-8A0237979E47}"/>
              </a:ext>
            </a:extLst>
          </p:cNvPr>
          <p:cNvSpPr>
            <a:spLocks noGrp="1"/>
          </p:cNvSpPr>
          <p:nvPr>
            <p:ph type="sldNum" sz="quarter" idx="40"/>
          </p:nvPr>
        </p:nvSpPr>
        <p:spPr/>
        <p:txBody>
          <a:bodyPr/>
          <a:lstStyle/>
          <a:p>
            <a:fld id="{47FEACEE-25B4-4A2D-B147-27296E36371D}" type="slidenum">
              <a:rPr lang="en-US" altLang="zh-CN" noProof="0" smtClean="0"/>
              <a:pPr/>
              <a:t>35</a:t>
            </a:fld>
            <a:endParaRPr lang="en-US" altLang="zh-CN" noProof="0" dirty="0"/>
          </a:p>
        </p:txBody>
      </p:sp>
      <p:sp>
        <p:nvSpPr>
          <p:cNvPr id="3" name="TextBox 2">
            <a:extLst>
              <a:ext uri="{FF2B5EF4-FFF2-40B4-BE49-F238E27FC236}">
                <a16:creationId xmlns:a16="http://schemas.microsoft.com/office/drawing/2014/main" id="{F2EC5A17-30FE-7175-D0E3-E923F169BB8B}"/>
              </a:ext>
            </a:extLst>
          </p:cNvPr>
          <p:cNvSpPr txBox="1"/>
          <p:nvPr/>
        </p:nvSpPr>
        <p:spPr>
          <a:xfrm>
            <a:off x="1150374" y="2359742"/>
            <a:ext cx="8922774" cy="1754326"/>
          </a:xfrm>
          <a:prstGeom prst="rect">
            <a:avLst/>
          </a:prstGeom>
        </p:spPr>
        <p:txBody>
          <a:bodyPr wrap="square" rtlCol="0">
            <a:spAutoFit/>
          </a:bodyPr>
          <a:lstStyle/>
          <a:p>
            <a:r>
              <a:rPr lang="en-US" dirty="0">
                <a:solidFill>
                  <a:schemeClr val="bg1"/>
                </a:solidFill>
              </a:rPr>
              <a:t>Critical thinking does not require you to treat every single sentence an AI outputs as a high-stakes crisis. If you fact-check every comma, you destroy the primary benefit of using AI: efficiency.</a:t>
            </a:r>
          </a:p>
          <a:p>
            <a:r>
              <a:rPr lang="en-US" dirty="0">
                <a:solidFill>
                  <a:schemeClr val="bg1"/>
                </a:solidFill>
              </a:rPr>
              <a:t>To maintain independent judgment without sacrificing speed, you must classify tasks into a </a:t>
            </a:r>
            <a:r>
              <a:rPr lang="en-US" b="1" dirty="0">
                <a:solidFill>
                  <a:schemeClr val="bg1"/>
                </a:solidFill>
              </a:rPr>
              <a:t>Risk Matrix</a:t>
            </a:r>
            <a:r>
              <a:rPr lang="en-US" dirty="0">
                <a:solidFill>
                  <a:schemeClr val="bg1"/>
                </a:solidFill>
              </a:rPr>
              <a:t>.</a:t>
            </a:r>
          </a:p>
          <a:p>
            <a:pPr marL="0" indent="0" algn="ctr">
              <a:lnSpc>
                <a:spcPct val="100000"/>
              </a:lnSpc>
              <a:spcBef>
                <a:spcPts val="0"/>
              </a:spcBef>
              <a:buFontTx/>
              <a:buNone/>
            </a:pPr>
            <a:endParaRPr lang="en-US" sz="1800" dirty="0">
              <a:solidFill>
                <a:prstClr val="white"/>
              </a:solidFill>
              <a:latin typeface="Posterama" panose="020B0504020200020000" pitchFamily="34" charset="0"/>
              <a:ea typeface="微软雅黑"/>
              <a:cs typeface="Posterama" panose="020B0504020200020000" pitchFamily="34" charset="0"/>
            </a:endParaRPr>
          </a:p>
        </p:txBody>
      </p:sp>
      <p:pic>
        <p:nvPicPr>
          <p:cNvPr id="6" name="Picture 5">
            <a:extLst>
              <a:ext uri="{FF2B5EF4-FFF2-40B4-BE49-F238E27FC236}">
                <a16:creationId xmlns:a16="http://schemas.microsoft.com/office/drawing/2014/main" id="{89EC201A-EB4E-F583-14D0-672E5786621B}"/>
              </a:ext>
            </a:extLst>
          </p:cNvPr>
          <p:cNvPicPr>
            <a:picLocks noChangeAspect="1"/>
          </p:cNvPicPr>
          <p:nvPr/>
        </p:nvPicPr>
        <p:blipFill>
          <a:blip r:embed="rId2"/>
          <a:stretch>
            <a:fillRect/>
          </a:stretch>
        </p:blipFill>
        <p:spPr>
          <a:xfrm>
            <a:off x="3757766" y="4180436"/>
            <a:ext cx="4381500" cy="2171700"/>
          </a:xfrm>
          <a:prstGeom prst="rect">
            <a:avLst/>
          </a:prstGeom>
        </p:spPr>
      </p:pic>
    </p:spTree>
    <p:extLst>
      <p:ext uri="{BB962C8B-B14F-4D97-AF65-F5344CB8AC3E}">
        <p14:creationId xmlns:p14="http://schemas.microsoft.com/office/powerpoint/2010/main" val="18753718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F536FC-B8A9-94C8-FDF5-FD17149762C9}"/>
              </a:ext>
            </a:extLst>
          </p:cNvPr>
          <p:cNvSpPr>
            <a:spLocks noGrp="1"/>
          </p:cNvSpPr>
          <p:nvPr>
            <p:ph idx="14"/>
          </p:nvPr>
        </p:nvSpPr>
        <p:spPr>
          <a:xfrm>
            <a:off x="2831691" y="1445342"/>
            <a:ext cx="8589164" cy="4772578"/>
          </a:xfrm>
        </p:spPr>
        <p:txBody>
          <a:bodyPr>
            <a:normAutofit fontScale="92500" lnSpcReduction="20000"/>
          </a:bodyPr>
          <a:lstStyle/>
          <a:p>
            <a:pPr marL="0" indent="0">
              <a:buNone/>
            </a:pPr>
            <a:r>
              <a:rPr lang="en-US" b="1" dirty="0"/>
              <a:t>The Verification Zone (High Risk, High Complexity)</a:t>
            </a:r>
          </a:p>
          <a:p>
            <a:pPr marL="0" lvl="0" indent="0">
              <a:buNone/>
            </a:pPr>
            <a:r>
              <a:rPr lang="en-US" b="1" dirty="0"/>
              <a:t>The Threshold:</a:t>
            </a:r>
            <a:r>
              <a:rPr lang="en-US" dirty="0"/>
              <a:t> If the AI output is wrong, it could result in financial loss, legal liability, physical harm, or severe reputational damage.</a:t>
            </a:r>
          </a:p>
          <a:p>
            <a:pPr marL="0" lvl="0" indent="0">
              <a:buNone/>
            </a:pPr>
            <a:r>
              <a:rPr lang="en-US" b="1" dirty="0"/>
              <a:t>The Strategy:</a:t>
            </a:r>
            <a:r>
              <a:rPr lang="en-US" dirty="0"/>
              <a:t> </a:t>
            </a:r>
            <a:r>
              <a:rPr lang="en-US" b="1" dirty="0"/>
              <a:t>Zero-Trust Auditing.</a:t>
            </a:r>
            <a:r>
              <a:rPr lang="en-US" dirty="0"/>
              <a:t> Run the full 3-layer fact-checking protocol. Trace every statistic, citation, and legal claim to a primary human source outside the AI interface.</a:t>
            </a:r>
          </a:p>
          <a:p>
            <a:pPr marL="0" indent="0">
              <a:buNone/>
            </a:pPr>
            <a:r>
              <a:rPr lang="en-US" b="1" dirty="0"/>
              <a:t>2. The Critical Zone (High Risk, Low Complexity)</a:t>
            </a:r>
          </a:p>
          <a:p>
            <a:pPr marL="0" lvl="0" indent="0">
              <a:buNone/>
            </a:pPr>
            <a:r>
              <a:rPr lang="en-US" b="1" dirty="0"/>
              <a:t>The Threshold:</a:t>
            </a:r>
            <a:r>
              <a:rPr lang="en-US" dirty="0"/>
              <a:t> The content is simple, but the impact of an error is still high (e.g., an address, an application deadline, or an API key endpoint).</a:t>
            </a:r>
          </a:p>
          <a:p>
            <a:pPr marL="0" lvl="0" indent="0">
              <a:buNone/>
            </a:pPr>
            <a:r>
              <a:rPr lang="en-US" b="1" dirty="0"/>
              <a:t>The Strategy:</a:t>
            </a:r>
            <a:r>
              <a:rPr lang="en-US" dirty="0"/>
              <a:t> </a:t>
            </a:r>
            <a:r>
              <a:rPr lang="en-US" b="1" dirty="0"/>
              <a:t>Spot Verification.</a:t>
            </a:r>
            <a:r>
              <a:rPr lang="en-US" dirty="0"/>
              <a:t> You don't need to check the logic, but you must double-check the raw factual tokens (numbers, dates, names) using a quick lateral search.</a:t>
            </a:r>
          </a:p>
          <a:p>
            <a:pPr marL="0" indent="0">
              <a:buNone/>
            </a:pPr>
            <a:r>
              <a:rPr lang="en-US" b="1" dirty="0"/>
              <a:t>3. The Delegation Zone (Low Risk, High Complexity)</a:t>
            </a:r>
          </a:p>
          <a:p>
            <a:pPr marL="0" lvl="0" indent="0">
              <a:buNone/>
            </a:pPr>
            <a:r>
              <a:rPr lang="en-US" b="1" dirty="0"/>
              <a:t>The Threshold:</a:t>
            </a:r>
            <a:r>
              <a:rPr lang="en-US" dirty="0"/>
              <a:t> Complex structural tasks where a minor factual error will be caught downstream or has minimal real-world blowback (e.g., summarizing an industry trend article for personal background reading).</a:t>
            </a:r>
          </a:p>
          <a:p>
            <a:pPr marL="0" lvl="0" indent="0">
              <a:buNone/>
            </a:pPr>
            <a:r>
              <a:rPr lang="en-US" b="1" dirty="0"/>
              <a:t>The Strategy:</a:t>
            </a:r>
            <a:r>
              <a:rPr lang="en-US" dirty="0"/>
              <a:t> </a:t>
            </a:r>
            <a:r>
              <a:rPr lang="en-US" b="1" dirty="0"/>
              <a:t>Structural Sanity Check.</a:t>
            </a:r>
            <a:r>
              <a:rPr lang="en-US" dirty="0"/>
              <a:t> Ensure the AI's logic flows smoothly and it hasn't fallen into a circular reasoning loop, but skip primary source tracing.</a:t>
            </a:r>
          </a:p>
          <a:p>
            <a:pPr marL="0" indent="0">
              <a:buNone/>
            </a:pPr>
            <a:endParaRPr lang="en-US" dirty="0"/>
          </a:p>
          <a:p>
            <a:endParaRPr lang="en-US" dirty="0"/>
          </a:p>
        </p:txBody>
      </p:sp>
      <p:sp>
        <p:nvSpPr>
          <p:cNvPr id="5" name="Slide Number Placeholder 4">
            <a:extLst>
              <a:ext uri="{FF2B5EF4-FFF2-40B4-BE49-F238E27FC236}">
                <a16:creationId xmlns:a16="http://schemas.microsoft.com/office/drawing/2014/main" id="{D16A03F0-5CD3-D820-6E1A-C32649F916C8}"/>
              </a:ext>
            </a:extLst>
          </p:cNvPr>
          <p:cNvSpPr>
            <a:spLocks noGrp="1"/>
          </p:cNvSpPr>
          <p:nvPr>
            <p:ph type="sldNum" sz="quarter" idx="40"/>
          </p:nvPr>
        </p:nvSpPr>
        <p:spPr/>
        <p:txBody>
          <a:bodyPr/>
          <a:lstStyle/>
          <a:p>
            <a:fld id="{47FEACEE-25B4-4A2D-B147-27296E36371D}" type="slidenum">
              <a:rPr lang="en-US" altLang="zh-CN" noProof="0" smtClean="0"/>
              <a:pPr/>
              <a:t>36</a:t>
            </a:fld>
            <a:endParaRPr lang="en-US" altLang="zh-CN" noProof="0" dirty="0"/>
          </a:p>
        </p:txBody>
      </p:sp>
    </p:spTree>
    <p:extLst>
      <p:ext uri="{BB962C8B-B14F-4D97-AF65-F5344CB8AC3E}">
        <p14:creationId xmlns:p14="http://schemas.microsoft.com/office/powerpoint/2010/main" val="13479822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6BE80-EA3A-DA27-68DD-D82ABAAE124F}"/>
              </a:ext>
            </a:extLst>
          </p:cNvPr>
          <p:cNvSpPr>
            <a:spLocks noGrp="1"/>
          </p:cNvSpPr>
          <p:nvPr>
            <p:ph type="title"/>
          </p:nvPr>
        </p:nvSpPr>
        <p:spPr/>
        <p:txBody>
          <a:bodyPr/>
          <a:lstStyle/>
          <a:p>
            <a:r>
              <a:rPr lang="en-US" dirty="0"/>
              <a:t>Shift in Stance: Capable Assistant, Not an Authority</a:t>
            </a:r>
          </a:p>
        </p:txBody>
      </p:sp>
      <p:sp>
        <p:nvSpPr>
          <p:cNvPr id="3" name="Content Placeholder 2">
            <a:extLst>
              <a:ext uri="{FF2B5EF4-FFF2-40B4-BE49-F238E27FC236}">
                <a16:creationId xmlns:a16="http://schemas.microsoft.com/office/drawing/2014/main" id="{6084CDE9-6113-F2C5-C397-21847CC54D7E}"/>
              </a:ext>
            </a:extLst>
          </p:cNvPr>
          <p:cNvSpPr>
            <a:spLocks noGrp="1"/>
          </p:cNvSpPr>
          <p:nvPr>
            <p:ph idx="14"/>
          </p:nvPr>
        </p:nvSpPr>
        <p:spPr>
          <a:xfrm>
            <a:off x="3465575" y="3108960"/>
            <a:ext cx="7728593" cy="3108960"/>
          </a:xfrm>
        </p:spPr>
        <p:txBody>
          <a:bodyPr/>
          <a:lstStyle/>
          <a:p>
            <a:r>
              <a:rPr lang="en-US" dirty="0"/>
              <a:t>To insulate yourself from </a:t>
            </a:r>
            <a:r>
              <a:rPr lang="en-US" b="1" dirty="0"/>
              <a:t>authority bias</a:t>
            </a:r>
            <a:r>
              <a:rPr lang="en-US" dirty="0"/>
              <a:t> and the </a:t>
            </a:r>
            <a:r>
              <a:rPr lang="en-US" b="1" dirty="0"/>
              <a:t>fluency halo</a:t>
            </a:r>
            <a:r>
              <a:rPr lang="en-US" dirty="0"/>
              <a:t>, you must fundamentally reframe your relationship with the machine.</a:t>
            </a:r>
          </a:p>
          <a:p>
            <a:pPr marL="0" indent="0">
              <a:buNone/>
            </a:pPr>
            <a:endParaRPr lang="en-US" dirty="0"/>
          </a:p>
        </p:txBody>
      </p:sp>
      <p:sp>
        <p:nvSpPr>
          <p:cNvPr id="5" name="Slide Number Placeholder 4">
            <a:extLst>
              <a:ext uri="{FF2B5EF4-FFF2-40B4-BE49-F238E27FC236}">
                <a16:creationId xmlns:a16="http://schemas.microsoft.com/office/drawing/2014/main" id="{2A53355E-A60F-28F5-3A32-9543FDE7C296}"/>
              </a:ext>
            </a:extLst>
          </p:cNvPr>
          <p:cNvSpPr>
            <a:spLocks noGrp="1"/>
          </p:cNvSpPr>
          <p:nvPr>
            <p:ph type="sldNum" sz="quarter" idx="40"/>
          </p:nvPr>
        </p:nvSpPr>
        <p:spPr/>
        <p:txBody>
          <a:bodyPr/>
          <a:lstStyle/>
          <a:p>
            <a:fld id="{47FEACEE-25B4-4A2D-B147-27296E36371D}" type="slidenum">
              <a:rPr lang="en-US" altLang="zh-CN" noProof="0" smtClean="0"/>
              <a:pPr/>
              <a:t>37</a:t>
            </a:fld>
            <a:endParaRPr lang="en-US" altLang="zh-CN" noProof="0" dirty="0"/>
          </a:p>
        </p:txBody>
      </p:sp>
      <p:pic>
        <p:nvPicPr>
          <p:cNvPr id="6" name="Picture 5">
            <a:extLst>
              <a:ext uri="{FF2B5EF4-FFF2-40B4-BE49-F238E27FC236}">
                <a16:creationId xmlns:a16="http://schemas.microsoft.com/office/drawing/2014/main" id="{95593585-4AD3-4D05-32C1-925B30196DAC}"/>
              </a:ext>
            </a:extLst>
          </p:cNvPr>
          <p:cNvPicPr>
            <a:picLocks noChangeAspect="1"/>
          </p:cNvPicPr>
          <p:nvPr/>
        </p:nvPicPr>
        <p:blipFill>
          <a:blip r:embed="rId2"/>
          <a:stretch>
            <a:fillRect/>
          </a:stretch>
        </p:blipFill>
        <p:spPr>
          <a:xfrm>
            <a:off x="4765111" y="4463034"/>
            <a:ext cx="4048125" cy="895350"/>
          </a:xfrm>
          <a:prstGeom prst="rect">
            <a:avLst/>
          </a:prstGeom>
        </p:spPr>
      </p:pic>
    </p:spTree>
    <p:extLst>
      <p:ext uri="{BB962C8B-B14F-4D97-AF65-F5344CB8AC3E}">
        <p14:creationId xmlns:p14="http://schemas.microsoft.com/office/powerpoint/2010/main" val="29473864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96C5B-7E8D-D4FC-0259-9C732052D3D1}"/>
              </a:ext>
            </a:extLst>
          </p:cNvPr>
          <p:cNvSpPr>
            <a:spLocks noGrp="1"/>
          </p:cNvSpPr>
          <p:nvPr>
            <p:ph type="title"/>
          </p:nvPr>
        </p:nvSpPr>
        <p:spPr/>
        <p:txBody>
          <a:bodyPr/>
          <a:lstStyle/>
          <a:p>
            <a:r>
              <a:rPr lang="en-US" dirty="0"/>
              <a:t>Rules for Human AI Hierarchy</a:t>
            </a:r>
          </a:p>
        </p:txBody>
      </p:sp>
      <p:sp>
        <p:nvSpPr>
          <p:cNvPr id="3" name="Content Placeholder 2">
            <a:extLst>
              <a:ext uri="{FF2B5EF4-FFF2-40B4-BE49-F238E27FC236}">
                <a16:creationId xmlns:a16="http://schemas.microsoft.com/office/drawing/2014/main" id="{2DD66B34-CDDB-8F55-9FA2-397D0DAFA7B7}"/>
              </a:ext>
            </a:extLst>
          </p:cNvPr>
          <p:cNvSpPr>
            <a:spLocks noGrp="1"/>
          </p:cNvSpPr>
          <p:nvPr>
            <p:ph idx="14"/>
          </p:nvPr>
        </p:nvSpPr>
        <p:spPr>
          <a:xfrm>
            <a:off x="3465576" y="3108960"/>
            <a:ext cx="7297362" cy="3108960"/>
          </a:xfrm>
        </p:spPr>
        <p:txBody>
          <a:bodyPr>
            <a:normAutofit fontScale="92500" lnSpcReduction="20000"/>
          </a:bodyPr>
          <a:lstStyle/>
          <a:p>
            <a:pPr marL="0" lvl="0" indent="0">
              <a:buNone/>
            </a:pPr>
            <a:r>
              <a:rPr lang="en-US" b="1" dirty="0"/>
              <a:t>Rule 1: You Hold the Liability, You Hold the Crown</a:t>
            </a:r>
            <a:br>
              <a:rPr lang="en-US" dirty="0"/>
            </a:br>
            <a:r>
              <a:rPr lang="en-US" dirty="0"/>
              <a:t>An AI cannot sign a contract, lose a job, or stand in a courtroom. Because you inherit 100% of the real-world consequences of the text, you must retain 100% of the editorial control. Never let an AI make the final strategic choice.</a:t>
            </a:r>
          </a:p>
          <a:p>
            <a:pPr marL="0" lvl="0" indent="0">
              <a:buNone/>
            </a:pPr>
            <a:r>
              <a:rPr lang="en-US" b="1" dirty="0"/>
              <a:t>Rule 2: Outsource the Labor, Never the Logic</a:t>
            </a:r>
            <a:br>
              <a:rPr lang="en-US" dirty="0"/>
            </a:br>
            <a:r>
              <a:rPr lang="en-US" dirty="0"/>
              <a:t>Let the AI perform the heavy lifting: formatting data, parsing long PDFs, generating initial drafts, or writing boilerplate code. However, you must provide the core premise, evaluate the inferences, and validate the final conclusion.</a:t>
            </a:r>
          </a:p>
          <a:p>
            <a:pPr marL="0" lvl="0" indent="0">
              <a:buNone/>
            </a:pPr>
            <a:r>
              <a:rPr lang="en-US" b="1" dirty="0"/>
              <a:t>Rule 3: Frame the Persona Explicitly</a:t>
            </a:r>
            <a:br>
              <a:rPr lang="en-US" dirty="0"/>
            </a:br>
            <a:r>
              <a:rPr lang="en-US" dirty="0"/>
              <a:t>If you treat the AI as an oracle, it will mimic one. Instead, use your prompting structure to ground its position.</a:t>
            </a:r>
          </a:p>
          <a:p>
            <a:pPr marL="0" indent="0">
              <a:buNone/>
            </a:pPr>
            <a:endParaRPr lang="en-US" dirty="0"/>
          </a:p>
        </p:txBody>
      </p:sp>
      <p:sp>
        <p:nvSpPr>
          <p:cNvPr id="5" name="Slide Number Placeholder 4">
            <a:extLst>
              <a:ext uri="{FF2B5EF4-FFF2-40B4-BE49-F238E27FC236}">
                <a16:creationId xmlns:a16="http://schemas.microsoft.com/office/drawing/2014/main" id="{170125A5-6D78-29AE-53C9-29F14C51A21E}"/>
              </a:ext>
            </a:extLst>
          </p:cNvPr>
          <p:cNvSpPr>
            <a:spLocks noGrp="1"/>
          </p:cNvSpPr>
          <p:nvPr>
            <p:ph type="sldNum" sz="quarter" idx="40"/>
          </p:nvPr>
        </p:nvSpPr>
        <p:spPr/>
        <p:txBody>
          <a:bodyPr/>
          <a:lstStyle/>
          <a:p>
            <a:fld id="{47FEACEE-25B4-4A2D-B147-27296E36371D}" type="slidenum">
              <a:rPr lang="en-US" altLang="zh-CN" noProof="0" smtClean="0"/>
              <a:pPr/>
              <a:t>38</a:t>
            </a:fld>
            <a:endParaRPr lang="en-US" altLang="zh-CN" noProof="0" dirty="0"/>
          </a:p>
        </p:txBody>
      </p:sp>
    </p:spTree>
    <p:extLst>
      <p:ext uri="{BB962C8B-B14F-4D97-AF65-F5344CB8AC3E}">
        <p14:creationId xmlns:p14="http://schemas.microsoft.com/office/powerpoint/2010/main" val="16100225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itle 23">
            <a:extLst>
              <a:ext uri="{FF2B5EF4-FFF2-40B4-BE49-F238E27FC236}">
                <a16:creationId xmlns:a16="http://schemas.microsoft.com/office/drawing/2014/main" id="{AD2C8D04-263D-9589-1CFF-A5968D7C33D7}"/>
              </a:ext>
            </a:extLst>
          </p:cNvPr>
          <p:cNvSpPr>
            <a:spLocks noGrp="1"/>
          </p:cNvSpPr>
          <p:nvPr>
            <p:ph type="title"/>
          </p:nvPr>
        </p:nvSpPr>
        <p:spPr>
          <a:xfrm>
            <a:off x="6035040" y="731520"/>
            <a:ext cx="5394960" cy="2103120"/>
          </a:xfrm>
        </p:spPr>
        <p:txBody>
          <a:bodyPr/>
          <a:lstStyle/>
          <a:p>
            <a:r>
              <a:rPr lang="en-US" dirty="0"/>
              <a:t>Questions</a:t>
            </a:r>
          </a:p>
        </p:txBody>
      </p:sp>
    </p:spTree>
    <p:extLst>
      <p:ext uri="{BB962C8B-B14F-4D97-AF65-F5344CB8AC3E}">
        <p14:creationId xmlns:p14="http://schemas.microsoft.com/office/powerpoint/2010/main" val="529279411"/>
      </p:ext>
    </p:extLst>
  </p:cSld>
  <p:clrMapOvr>
    <a:masterClrMapping/>
  </p:clrMapOvr>
</p:sld>
</file>

<file path=ppt/theme/theme1.xml><?xml version="1.0" encoding="utf-8"?>
<a:theme xmlns:a="http://schemas.openxmlformats.org/drawingml/2006/main" name="Custom">
  <a:themeElements>
    <a:clrScheme name="Custom 7">
      <a:dk1>
        <a:srgbClr val="000000"/>
      </a:dk1>
      <a:lt1>
        <a:srgbClr val="FFFFFF"/>
      </a:lt1>
      <a:dk2>
        <a:srgbClr val="0F253E"/>
      </a:dk2>
      <a:lt2>
        <a:srgbClr val="E7E6E6"/>
      </a:lt2>
      <a:accent1>
        <a:srgbClr val="4472C4"/>
      </a:accent1>
      <a:accent2>
        <a:srgbClr val="B83903"/>
      </a:accent2>
      <a:accent3>
        <a:srgbClr val="75262A"/>
      </a:accent3>
      <a:accent4>
        <a:srgbClr val="F79320"/>
      </a:accent4>
      <a:accent5>
        <a:srgbClr val="44668D"/>
      </a:accent5>
      <a:accent6>
        <a:srgbClr val="0F253E"/>
      </a:accent6>
      <a:hlink>
        <a:srgbClr val="AEC0D9"/>
      </a:hlink>
      <a:folHlink>
        <a:srgbClr val="B83903"/>
      </a:folHlink>
    </a:clrScheme>
    <a:fontScheme name="Custom 16">
      <a:majorFont>
        <a:latin typeface="Posterama"/>
        <a:ea typeface=""/>
        <a:cs typeface=""/>
      </a:majorFont>
      <a:minorFont>
        <a:latin typeface="Abad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lstStyle>
        <a:defPPr marL="0" indent="0" algn="ctr">
          <a:lnSpc>
            <a:spcPct val="100000"/>
          </a:lnSpc>
          <a:spcBef>
            <a:spcPts val="0"/>
          </a:spcBef>
          <a:buFontTx/>
          <a:buNone/>
          <a:defRPr sz="1800" smtClean="0">
            <a:solidFill>
              <a:prstClr val="white"/>
            </a:solidFill>
            <a:latin typeface="Posterama" panose="020B0504020200020000" pitchFamily="34" charset="0"/>
            <a:ea typeface="微软雅黑"/>
            <a:cs typeface="Posterama" panose="020B0504020200020000" pitchFamily="34" charset="0"/>
          </a:defRPr>
        </a:defPPr>
      </a:lstStyle>
    </a:txDef>
  </a:objectDefaults>
  <a:extraClrSchemeLst/>
  <a:extLst>
    <a:ext uri="{05A4C25C-085E-4340-85A3-A5531E510DB2}">
      <thm15:themeFamily xmlns:thm15="http://schemas.microsoft.com/office/thememl/2012/main" name="TM9027928_win32_EF_v4" id="{FA821E7E-D625-4DCD-A30E-3216B54C8383}" vid="{DE28BE6C-8054-44B2-A92D-A1CAFC256BDB}"/>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DB3C62-858A-4A01-AFEF-21E0BB8CE26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79897CAE-455D-42C9-A951-0C21BC12254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0009351-EDD4-484E-ACD6-D50CCB137637}">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Hexagon presentation dark</Template>
  <TotalTime>1096</TotalTime>
  <Words>3325</Words>
  <Application>Microsoft Office PowerPoint</Application>
  <PresentationFormat>Widescreen</PresentationFormat>
  <Paragraphs>201</Paragraphs>
  <Slides>39</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等线</vt:lpstr>
      <vt:lpstr>Abadi</vt:lpstr>
      <vt:lpstr>Arial</vt:lpstr>
      <vt:lpstr>Calibri</vt:lpstr>
      <vt:lpstr>Posterama</vt:lpstr>
      <vt:lpstr>Posterama Text SemiBold</vt:lpstr>
      <vt:lpstr>Custom</vt:lpstr>
      <vt:lpstr>Working With AI Tools</vt:lpstr>
      <vt:lpstr>Agenda </vt:lpstr>
      <vt:lpstr>Critical Thinking</vt:lpstr>
      <vt:lpstr>Critical Thinking of AI Content </vt:lpstr>
      <vt:lpstr>The Framework</vt:lpstr>
      <vt:lpstr>PowerPoint Presentation</vt:lpstr>
      <vt:lpstr>AI Fluency  When machines can generate convincing language instantly, the human role shifts from creator to editor, auditor, and ultimate judge.</vt:lpstr>
      <vt:lpstr>In human psychology, we often equate eloquence with expertise. AI exploits this shortcut. An AI model can state a complete fabrication with the exact same confidence, tone, and sentence structure as a verified medical fact.  Without independent judgment, humans fall victim to automation bias: the tendency to trust automated systems even when they contradict human logic or reality. </vt:lpstr>
      <vt:lpstr>4 Step Claim Audit Framework</vt:lpstr>
      <vt:lpstr>PowerPoint Presentation</vt:lpstr>
      <vt:lpstr>PowerPoint Presentation</vt:lpstr>
      <vt:lpstr>Cognitive Bias &amp; Mental Traps</vt:lpstr>
      <vt:lpstr>3 Critical Mental Maps</vt:lpstr>
      <vt:lpstr>PowerPoint Presentation</vt:lpstr>
      <vt:lpstr>Authority Bias</vt:lpstr>
      <vt:lpstr>PowerPoint Presentation</vt:lpstr>
      <vt:lpstr>Evaluating Claims &amp; Evidence</vt:lpstr>
      <vt:lpstr>The verification Pillars</vt:lpstr>
      <vt:lpstr>PowerPoint Presentation</vt:lpstr>
      <vt:lpstr>-Triangulating Source Quality, Recency, and Relevance Before reading a text or accepting data, run the source through three specific diagnostic filters.  1. Source Quality: Auditing Expertise vs. Fluency The Core Principle: A high-quality source possesses verified, specialized expertise and a track record of accountability. The Hazard: Confusing high production value (slick web design, authoritative graphics, fluent AI prose) with actual authority.  2. Recency: Tracking the Expiration Date of Truth The Core Principle: Facts have a shelf life. Information that was perfectly accurate five years ago may be completely wrong today due to new discoveries, policy shifts, or technological evolution. The Hazard: AI models operating on a static training dataset frequently treat outdated past laws, market data, or scientific paradigms as current reality. </vt:lpstr>
      <vt:lpstr>Corroboration</vt:lpstr>
      <vt:lpstr>Distortions of AI Evidence</vt:lpstr>
      <vt:lpstr>PowerPoint Presentation</vt:lpstr>
      <vt:lpstr>AI Cherry Picking Trap</vt:lpstr>
      <vt:lpstr>AI Misleading Framing </vt:lpstr>
      <vt:lpstr>AI Logical Reasoning and Fallacies</vt:lpstr>
      <vt:lpstr>Three Core Components of AI Argument</vt:lpstr>
      <vt:lpstr>Validity &amp; Soundness of AI output</vt:lpstr>
      <vt:lpstr>Common Fallacies</vt:lpstr>
      <vt:lpstr>AI Fallacies</vt:lpstr>
      <vt:lpstr>PowerPoint Presentation</vt:lpstr>
      <vt:lpstr>PowerPoint Presentation</vt:lpstr>
      <vt:lpstr>PowerPoint Presentation</vt:lpstr>
      <vt:lpstr>PowerPoint Presentation</vt:lpstr>
      <vt:lpstr>The Friction of Verification: Balancing Speed and Skepticism</vt:lpstr>
      <vt:lpstr>PowerPoint Presentation</vt:lpstr>
      <vt:lpstr>Shift in Stance: Capable Assistant, Not an Authority</vt:lpstr>
      <vt:lpstr>Rules for Human AI Hierarchy</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Basak</dc:creator>
  <cp:lastModifiedBy>Anindita Basak</cp:lastModifiedBy>
  <cp:revision>67</cp:revision>
  <dcterms:created xsi:type="dcterms:W3CDTF">2026-10-11T10:57:53Z</dcterms:created>
  <dcterms:modified xsi:type="dcterms:W3CDTF">2026-10-23T11:06:35Z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