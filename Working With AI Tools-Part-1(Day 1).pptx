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1"/>
  </p:notesMasterIdLst>
  <p:handoutMasterIdLst>
    <p:handoutMasterId r:id="rId42"/>
  </p:handoutMasterIdLst>
  <p:sldIdLst>
    <p:sldId id="292" r:id="rId5"/>
    <p:sldId id="299" r:id="rId6"/>
    <p:sldId id="297" r:id="rId7"/>
    <p:sldId id="261" r:id="rId8"/>
    <p:sldId id="298" r:id="rId9"/>
    <p:sldId id="301" r:id="rId10"/>
    <p:sldId id="302" r:id="rId11"/>
    <p:sldId id="279" r:id="rId12"/>
    <p:sldId id="276" r:id="rId13"/>
    <p:sldId id="303" r:id="rId14"/>
    <p:sldId id="293" r:id="rId15"/>
    <p:sldId id="268" r:id="rId16"/>
    <p:sldId id="269" r:id="rId17"/>
    <p:sldId id="300" r:id="rId18"/>
    <p:sldId id="295" r:id="rId19"/>
    <p:sldId id="304" r:id="rId20"/>
    <p:sldId id="305" r:id="rId21"/>
    <p:sldId id="306" r:id="rId22"/>
    <p:sldId id="307" r:id="rId23"/>
    <p:sldId id="308" r:id="rId24"/>
    <p:sldId id="309" r:id="rId25"/>
    <p:sldId id="310" r:id="rId26"/>
    <p:sldId id="311" r:id="rId27"/>
    <p:sldId id="312" r:id="rId28"/>
    <p:sldId id="313" r:id="rId29"/>
    <p:sldId id="314" r:id="rId30"/>
    <p:sldId id="315" r:id="rId31"/>
    <p:sldId id="316" r:id="rId32"/>
    <p:sldId id="317" r:id="rId33"/>
    <p:sldId id="318" r:id="rId34"/>
    <p:sldId id="319" r:id="rId35"/>
    <p:sldId id="320" r:id="rId36"/>
    <p:sldId id="321" r:id="rId37"/>
    <p:sldId id="322" r:id="rId38"/>
    <p:sldId id="323" r:id="rId39"/>
    <p:sldId id="289" r:id="rId40"/>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36" userDrawn="1">
          <p15:clr>
            <a:srgbClr val="A4A3A4"/>
          </p15:clr>
        </p15:guide>
        <p15:guide id="2" pos="312"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4400"/>
    <a:srgbClr val="446992"/>
    <a:srgbClr val="AEC2D8"/>
    <a:srgbClr val="98432A"/>
    <a:srgbClr val="44678D"/>
    <a:srgbClr val="263E5A"/>
    <a:srgbClr val="D6E0EB"/>
    <a:srgbClr val="728DAB"/>
    <a:srgbClr val="C95B3A"/>
    <a:srgbClr val="2D4C6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DCAF9ED-07DC-4A11-8D7F-57B35C25682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4839" autoAdjust="0"/>
  </p:normalViewPr>
  <p:slideViewPr>
    <p:cSldViewPr snapToGrid="0" showGuides="1">
      <p:cViewPr varScale="1">
        <p:scale>
          <a:sx n="65" d="100"/>
          <a:sy n="65" d="100"/>
        </p:scale>
        <p:origin x="936" y="78"/>
      </p:cViewPr>
      <p:guideLst>
        <p:guide orient="horz" pos="1536"/>
        <p:guide pos="312"/>
      </p:guideLst>
    </p:cSldViewPr>
  </p:slideViewPr>
  <p:outlineViewPr>
    <p:cViewPr>
      <p:scale>
        <a:sx n="33" d="100"/>
        <a:sy n="33" d="100"/>
      </p:scale>
      <p:origin x="0" y="0"/>
    </p:cViewPr>
  </p:outlineViewPr>
  <p:notesTextViewPr>
    <p:cViewPr>
      <p:scale>
        <a:sx n="1" d="1"/>
        <a:sy n="1" d="1"/>
      </p:scale>
      <p:origin x="0" y="0"/>
    </p:cViewPr>
  </p:notesTextViewPr>
  <p:sorterViewPr>
    <p:cViewPr>
      <p:scale>
        <a:sx n="150" d="100"/>
        <a:sy n="150" d="100"/>
      </p:scale>
      <p:origin x="0" y="0"/>
    </p:cViewPr>
  </p:sorterViewPr>
  <p:notesViewPr>
    <p:cSldViewPr snapToGrid="0">
      <p:cViewPr varScale="1">
        <p:scale>
          <a:sx n="58" d="100"/>
          <a:sy n="58" d="100"/>
        </p:scale>
        <p:origin x="2491" y="67"/>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47"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2_2#1">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6480AC-C0DE-4E5E-9ECD-9AE37E3FCB79}" type="doc">
      <dgm:prSet loTypeId="urn:microsoft.com/office/officeart/2016/7/layout/BasicTimeline" loCatId="timeline" qsTypeId="urn:microsoft.com/office/officeart/2005/8/quickstyle/simple1#1" qsCatId="simple" csTypeId="urn:microsoft.com/office/officeart/2005/8/colors/accent2_2#1" csCatId="accent2" phldr="1"/>
      <dgm:spPr/>
      <dgm:t>
        <a:bodyPr/>
        <a:lstStyle/>
        <a:p>
          <a:endParaRPr lang="en-US"/>
        </a:p>
      </dgm:t>
    </dgm:pt>
    <dgm:pt modelId="{A8C03FBB-4A75-4460-AEA6-DEAEB9C61496}">
      <dgm:prSet phldrT="[Text]" phldr="0"/>
      <dgm:spPr/>
      <dgm:t>
        <a:bodyPr/>
        <a:lstStyle/>
        <a:p>
          <a:pPr>
            <a:defRPr b="1"/>
          </a:pPr>
          <a:r>
            <a:rPr lang="en-US" dirty="0">
              <a:solidFill>
                <a:schemeClr val="accent2">
                  <a:lumMod val="60000"/>
                  <a:lumOff val="40000"/>
                </a:schemeClr>
              </a:solidFill>
              <a:latin typeface="+mn-lt"/>
            </a:rPr>
            <a:t>Who it should act as</a:t>
          </a:r>
        </a:p>
      </dgm:t>
    </dgm:pt>
    <dgm:pt modelId="{4E972F7F-4B1B-47AA-A25B-1FFC561F1C76}" type="parTrans" cxnId="{D3D81948-D963-4D1E-AE16-9705EAF510FC}">
      <dgm:prSet/>
      <dgm:spPr/>
      <dgm:t>
        <a:bodyPr/>
        <a:lstStyle/>
        <a:p>
          <a:pPr algn="ctr"/>
          <a:endParaRPr lang="en-US">
            <a:latin typeface="+mn-lt"/>
          </a:endParaRPr>
        </a:p>
      </dgm:t>
    </dgm:pt>
    <dgm:pt modelId="{67361508-930A-4A23-8CFC-BB56DA645C3C}" type="sibTrans" cxnId="{D3D81948-D963-4D1E-AE16-9705EAF510FC}">
      <dgm:prSet/>
      <dgm:spPr/>
      <dgm:t>
        <a:bodyPr/>
        <a:lstStyle/>
        <a:p>
          <a:pPr algn="ctr"/>
          <a:endParaRPr lang="en-US">
            <a:latin typeface="+mn-lt"/>
          </a:endParaRPr>
        </a:p>
      </dgm:t>
    </dgm:pt>
    <dgm:pt modelId="{5E71F362-34DF-4EEC-92A3-0EFE450E05E4}">
      <dgm:prSet phldrT="[Text]" phldr="0" custT="1"/>
      <dgm:spPr/>
      <dgm:t>
        <a:bodyPr/>
        <a:lstStyle/>
        <a:p>
          <a:r>
            <a:rPr lang="en-US" sz="1800" dirty="0">
              <a:latin typeface="+mn-lt"/>
            </a:rPr>
            <a:t>Role</a:t>
          </a:r>
        </a:p>
      </dgm:t>
    </dgm:pt>
    <dgm:pt modelId="{8E5EE4D1-908E-455C-B8B3-281AD42DEC9A}" type="parTrans" cxnId="{B99CA6C9-28D1-4DDB-B8EC-AED73AD115CA}">
      <dgm:prSet/>
      <dgm:spPr/>
      <dgm:t>
        <a:bodyPr/>
        <a:lstStyle/>
        <a:p>
          <a:pPr algn="ctr"/>
          <a:endParaRPr lang="en-US">
            <a:latin typeface="+mn-lt"/>
          </a:endParaRPr>
        </a:p>
      </dgm:t>
    </dgm:pt>
    <dgm:pt modelId="{B208B24A-E9FD-40A9-B764-FB7C2B7ED8B9}" type="sibTrans" cxnId="{B99CA6C9-28D1-4DDB-B8EC-AED73AD115CA}">
      <dgm:prSet/>
      <dgm:spPr/>
      <dgm:t>
        <a:bodyPr/>
        <a:lstStyle/>
        <a:p>
          <a:pPr algn="ctr"/>
          <a:endParaRPr lang="en-US">
            <a:latin typeface="+mn-lt"/>
          </a:endParaRPr>
        </a:p>
      </dgm:t>
    </dgm:pt>
    <dgm:pt modelId="{91969DED-4CB8-4A14-A50B-3F7B848E46B5}">
      <dgm:prSet phldrT="[Text]" phldr="0"/>
      <dgm:spPr/>
      <dgm:t>
        <a:bodyPr/>
        <a:lstStyle/>
        <a:p>
          <a:pPr>
            <a:defRPr b="1"/>
          </a:pPr>
          <a:r>
            <a:rPr lang="en-US" dirty="0">
              <a:solidFill>
                <a:schemeClr val="accent2">
                  <a:lumMod val="60000"/>
                  <a:lumOff val="40000"/>
                </a:schemeClr>
              </a:solidFill>
              <a:latin typeface="+mn-lt"/>
            </a:rPr>
            <a:t>Direct Action</a:t>
          </a:r>
        </a:p>
      </dgm:t>
    </dgm:pt>
    <dgm:pt modelId="{441CD73D-85E1-42A6-BCF8-362A3247E2F3}" type="parTrans" cxnId="{537F2ED0-8BD0-4AD5-B60D-89B660EDA1AC}">
      <dgm:prSet/>
      <dgm:spPr/>
      <dgm:t>
        <a:bodyPr/>
        <a:lstStyle/>
        <a:p>
          <a:pPr algn="ctr"/>
          <a:endParaRPr lang="en-US">
            <a:latin typeface="+mn-lt"/>
          </a:endParaRPr>
        </a:p>
      </dgm:t>
    </dgm:pt>
    <dgm:pt modelId="{81CA8AA2-C0C3-4381-BA8B-413EDD578B83}" type="sibTrans" cxnId="{537F2ED0-8BD0-4AD5-B60D-89B660EDA1AC}">
      <dgm:prSet/>
      <dgm:spPr/>
      <dgm:t>
        <a:bodyPr/>
        <a:lstStyle/>
        <a:p>
          <a:pPr algn="ctr"/>
          <a:endParaRPr lang="en-US">
            <a:latin typeface="+mn-lt"/>
          </a:endParaRPr>
        </a:p>
      </dgm:t>
    </dgm:pt>
    <dgm:pt modelId="{8A04F340-E8E1-4146-9905-E7ADCAEAABD7}">
      <dgm:prSet phldrT="[Text]" phldr="0" custT="1"/>
      <dgm:spPr/>
      <dgm:t>
        <a:bodyPr/>
        <a:lstStyle/>
        <a:p>
          <a:r>
            <a:rPr lang="en-US" sz="1800" dirty="0">
              <a:latin typeface="+mn-lt"/>
            </a:rPr>
            <a:t>Task</a:t>
          </a:r>
        </a:p>
      </dgm:t>
    </dgm:pt>
    <dgm:pt modelId="{4EBD5EC2-45ED-4ED6-8376-97D155A911AE}" type="parTrans" cxnId="{E636BFFB-0404-4D4B-B3F0-C64FDFD9DDEF}">
      <dgm:prSet/>
      <dgm:spPr/>
      <dgm:t>
        <a:bodyPr/>
        <a:lstStyle/>
        <a:p>
          <a:pPr algn="ctr"/>
          <a:endParaRPr lang="en-US">
            <a:latin typeface="+mn-lt"/>
          </a:endParaRPr>
        </a:p>
      </dgm:t>
    </dgm:pt>
    <dgm:pt modelId="{F9CD2A04-6A34-4104-A971-391788B88F55}" type="sibTrans" cxnId="{E636BFFB-0404-4D4B-B3F0-C64FDFD9DDEF}">
      <dgm:prSet/>
      <dgm:spPr/>
      <dgm:t>
        <a:bodyPr/>
        <a:lstStyle/>
        <a:p>
          <a:pPr algn="ctr"/>
          <a:endParaRPr lang="en-US">
            <a:latin typeface="+mn-lt"/>
          </a:endParaRPr>
        </a:p>
      </dgm:t>
    </dgm:pt>
    <dgm:pt modelId="{3CC73758-10C1-47F8-AFA7-1A986D4DDD60}">
      <dgm:prSet phldrT="[Text]" phldr="0"/>
      <dgm:spPr/>
      <dgm:t>
        <a:bodyPr/>
        <a:lstStyle/>
        <a:p>
          <a:pPr>
            <a:defRPr b="1"/>
          </a:pPr>
          <a:r>
            <a:rPr lang="en-US" dirty="0">
              <a:solidFill>
                <a:schemeClr val="accent2">
                  <a:lumMod val="60000"/>
                  <a:lumOff val="40000"/>
                </a:schemeClr>
              </a:solidFill>
              <a:latin typeface="+mn-lt"/>
            </a:rPr>
            <a:t>Background Info</a:t>
          </a:r>
        </a:p>
      </dgm:t>
    </dgm:pt>
    <dgm:pt modelId="{FF6AE4B6-4A2F-49EE-9316-9AF55E77838B}" type="parTrans" cxnId="{4A69F85D-5C15-48FD-893A-B3050E1BADEB}">
      <dgm:prSet/>
      <dgm:spPr/>
      <dgm:t>
        <a:bodyPr/>
        <a:lstStyle/>
        <a:p>
          <a:pPr algn="ctr"/>
          <a:endParaRPr lang="en-US">
            <a:latin typeface="+mn-lt"/>
          </a:endParaRPr>
        </a:p>
      </dgm:t>
    </dgm:pt>
    <dgm:pt modelId="{D8170BBA-6035-4773-8431-FEDD687647FF}" type="sibTrans" cxnId="{4A69F85D-5C15-48FD-893A-B3050E1BADEB}">
      <dgm:prSet/>
      <dgm:spPr/>
      <dgm:t>
        <a:bodyPr/>
        <a:lstStyle/>
        <a:p>
          <a:pPr algn="ctr"/>
          <a:endParaRPr lang="en-US">
            <a:latin typeface="+mn-lt"/>
          </a:endParaRPr>
        </a:p>
      </dgm:t>
    </dgm:pt>
    <dgm:pt modelId="{FD9CA14A-483C-4869-B0C1-7C5FB7EEDBCC}">
      <dgm:prSet phldrT="[Text]" phldr="0" custT="1"/>
      <dgm:spPr/>
      <dgm:t>
        <a:bodyPr/>
        <a:lstStyle/>
        <a:p>
          <a:r>
            <a:rPr lang="en-US" sz="1800">
              <a:latin typeface="+mn-lt"/>
            </a:rPr>
            <a:t> Context</a:t>
          </a:r>
          <a:endParaRPr lang="en-US" sz="1800" dirty="0">
            <a:latin typeface="+mn-lt"/>
          </a:endParaRPr>
        </a:p>
      </dgm:t>
    </dgm:pt>
    <dgm:pt modelId="{8182A92F-45BA-4CD1-8E43-0B0810A50FEB}" type="parTrans" cxnId="{5EDA943F-300F-408A-A52E-3D5140FD5C22}">
      <dgm:prSet/>
      <dgm:spPr/>
      <dgm:t>
        <a:bodyPr/>
        <a:lstStyle/>
        <a:p>
          <a:pPr algn="ctr"/>
          <a:endParaRPr lang="en-US">
            <a:latin typeface="+mn-lt"/>
          </a:endParaRPr>
        </a:p>
      </dgm:t>
    </dgm:pt>
    <dgm:pt modelId="{914BB93C-EA8A-4B5B-8F06-30DA7C7F4B7B}" type="sibTrans" cxnId="{5EDA943F-300F-408A-A52E-3D5140FD5C22}">
      <dgm:prSet/>
      <dgm:spPr/>
      <dgm:t>
        <a:bodyPr/>
        <a:lstStyle/>
        <a:p>
          <a:pPr algn="ctr"/>
          <a:endParaRPr lang="en-US">
            <a:latin typeface="+mn-lt"/>
          </a:endParaRPr>
        </a:p>
      </dgm:t>
    </dgm:pt>
    <dgm:pt modelId="{2BE415B7-7185-4956-8487-237B40BC0EE5}">
      <dgm:prSet phldrT="[Text]" phldr="0" custT="1"/>
      <dgm:spPr/>
      <dgm:t>
        <a:bodyPr/>
        <a:lstStyle/>
        <a:p>
          <a:r>
            <a:rPr lang="en-US" sz="1800" dirty="0">
              <a:latin typeface="+mn-lt"/>
            </a:rPr>
            <a:t>Output format</a:t>
          </a:r>
        </a:p>
      </dgm:t>
    </dgm:pt>
    <dgm:pt modelId="{A38E847E-0D1D-4F40-9A71-4D5999ADE08B}" type="parTrans" cxnId="{CB32A309-9CA9-4554-941D-519A91A9E733}">
      <dgm:prSet/>
      <dgm:spPr/>
      <dgm:t>
        <a:bodyPr/>
        <a:lstStyle/>
        <a:p>
          <a:pPr algn="ctr"/>
          <a:endParaRPr lang="en-US">
            <a:latin typeface="+mn-lt"/>
          </a:endParaRPr>
        </a:p>
      </dgm:t>
    </dgm:pt>
    <dgm:pt modelId="{F0D1C61C-E3F2-49BA-A2D8-C04A81308E5D}" type="sibTrans" cxnId="{CB32A309-9CA9-4554-941D-519A91A9E733}">
      <dgm:prSet/>
      <dgm:spPr/>
      <dgm:t>
        <a:bodyPr/>
        <a:lstStyle/>
        <a:p>
          <a:pPr algn="ctr"/>
          <a:endParaRPr lang="en-US">
            <a:latin typeface="+mn-lt"/>
          </a:endParaRPr>
        </a:p>
      </dgm:t>
    </dgm:pt>
    <dgm:pt modelId="{D2FE027B-4161-41E1-B4D4-02AECB2E3FA0}">
      <dgm:prSet phldrT="[Text]" phldr="0"/>
      <dgm:spPr/>
      <dgm:t>
        <a:bodyPr/>
        <a:lstStyle/>
        <a:p>
          <a:pPr>
            <a:defRPr b="1"/>
          </a:pPr>
          <a:r>
            <a:rPr lang="en-US">
              <a:solidFill>
                <a:schemeClr val="accent2">
                  <a:lumMod val="60000"/>
                  <a:lumOff val="40000"/>
                </a:schemeClr>
              </a:solidFill>
              <a:latin typeface="+mn-lt"/>
            </a:rPr>
            <a:t>Exact Visual or Structured Shape</a:t>
          </a:r>
          <a:endParaRPr lang="en-US" dirty="0">
            <a:solidFill>
              <a:schemeClr val="accent2">
                <a:lumMod val="60000"/>
                <a:lumOff val="40000"/>
              </a:schemeClr>
            </a:solidFill>
            <a:latin typeface="+mn-lt"/>
          </a:endParaRPr>
        </a:p>
      </dgm:t>
    </dgm:pt>
    <dgm:pt modelId="{88680CFE-3CE0-4842-B3D3-716D3B671238}" type="parTrans" cxnId="{1C78E323-4C31-4E38-9970-3403D59126E3}">
      <dgm:prSet/>
      <dgm:spPr/>
      <dgm:t>
        <a:bodyPr/>
        <a:lstStyle/>
        <a:p>
          <a:pPr algn="ctr"/>
          <a:endParaRPr lang="en-US">
            <a:latin typeface="+mn-lt"/>
          </a:endParaRPr>
        </a:p>
      </dgm:t>
    </dgm:pt>
    <dgm:pt modelId="{4D59E06B-629C-40B5-96D3-423B7A56C945}" type="sibTrans" cxnId="{1C78E323-4C31-4E38-9970-3403D59126E3}">
      <dgm:prSet/>
      <dgm:spPr/>
      <dgm:t>
        <a:bodyPr/>
        <a:lstStyle/>
        <a:p>
          <a:pPr algn="ctr"/>
          <a:endParaRPr lang="en-US">
            <a:latin typeface="+mn-lt"/>
          </a:endParaRPr>
        </a:p>
      </dgm:t>
    </dgm:pt>
    <dgm:pt modelId="{9FFA803F-EA25-49D8-A073-96E9747E345F}" type="pres">
      <dgm:prSet presAssocID="{A66480AC-C0DE-4E5E-9ECD-9AE37E3FCB79}" presName="root" presStyleCnt="0">
        <dgm:presLayoutVars>
          <dgm:chMax/>
          <dgm:chPref/>
          <dgm:animLvl val="lvl"/>
        </dgm:presLayoutVars>
      </dgm:prSet>
      <dgm:spPr/>
    </dgm:pt>
    <dgm:pt modelId="{EE0E6265-BE99-48D1-8879-DB5A75D6D78E}" type="pres">
      <dgm:prSet presAssocID="{A66480AC-C0DE-4E5E-9ECD-9AE37E3FCB79}" presName="divider" presStyleLbl="fgAccFollowNode1" presStyleIdx="0" presStyleCnt="1"/>
      <dgm:spPr>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tailEnd type="triangle" w="lg" len="lg"/>
        </a:ln>
        <a:effectLst/>
      </dgm:spPr>
    </dgm:pt>
    <dgm:pt modelId="{BDA8F949-88B8-486D-9E41-ABA1463A8926}" type="pres">
      <dgm:prSet presAssocID="{A66480AC-C0DE-4E5E-9ECD-9AE37E3FCB79}" presName="nodes" presStyleCnt="0">
        <dgm:presLayoutVars>
          <dgm:chMax/>
          <dgm:chPref/>
          <dgm:animLvl val="lvl"/>
        </dgm:presLayoutVars>
      </dgm:prSet>
      <dgm:spPr/>
    </dgm:pt>
    <dgm:pt modelId="{A41AEE8D-8763-4311-BB07-B499A93D76EA}" type="pres">
      <dgm:prSet presAssocID="{A8C03FBB-4A75-4460-AEA6-DEAEB9C61496}" presName="composite" presStyleCnt="0"/>
      <dgm:spPr/>
    </dgm:pt>
    <dgm:pt modelId="{FE5C7F33-9326-49FB-89A3-8A20163AD994}" type="pres">
      <dgm:prSet presAssocID="{A8C03FBB-4A75-4460-AEA6-DEAEB9C61496}" presName="L1TextContainer" presStyleLbl="revTx" presStyleIdx="0" presStyleCnt="4">
        <dgm:presLayoutVars>
          <dgm:chMax val="1"/>
          <dgm:chPref val="1"/>
          <dgm:bulletEnabled val="1"/>
        </dgm:presLayoutVars>
      </dgm:prSet>
      <dgm:spPr/>
    </dgm:pt>
    <dgm:pt modelId="{C51067AB-548D-47E7-B9DD-C7A4C9600F8C}" type="pres">
      <dgm:prSet presAssocID="{A8C03FBB-4A75-4460-AEA6-DEAEB9C61496}" presName="L2TextContainerWrapper" presStyleCnt="0">
        <dgm:presLayoutVars>
          <dgm:chMax val="0"/>
          <dgm:chPref val="0"/>
          <dgm:bulletEnabled val="1"/>
        </dgm:presLayoutVars>
      </dgm:prSet>
      <dgm:spPr/>
    </dgm:pt>
    <dgm:pt modelId="{BA29120C-7C6B-4F62-9079-4AD528BC0744}" type="pres">
      <dgm:prSet presAssocID="{A8C03FBB-4A75-4460-AEA6-DEAEB9C61496}" presName="L2TextContainer" presStyleLbl="bgAcc1" presStyleIdx="0" presStyleCnt="4"/>
      <dgm:spPr/>
    </dgm:pt>
    <dgm:pt modelId="{617B6CDA-9351-44EF-9011-41758FE93851}" type="pres">
      <dgm:prSet presAssocID="{A8C03FBB-4A75-4460-AEA6-DEAEB9C61496}" presName="FlexibleEmptyPlaceHolder" presStyleCnt="0"/>
      <dgm:spPr/>
    </dgm:pt>
    <dgm:pt modelId="{A95DB80B-444A-4D69-B205-3A801BB8524A}" type="pres">
      <dgm:prSet presAssocID="{A8C03FBB-4A75-4460-AEA6-DEAEB9C61496}" presName="ConnectLine" presStyleLbl="sibTrans1D1" presStyleIdx="0" presStyleCnt="4"/>
      <dgm:spPr>
        <a:noFill/>
        <a:ln w="6350" cap="flat" cmpd="sng" algn="ctr">
          <a:solidFill>
            <a:schemeClr val="accent2">
              <a:hueOff val="0"/>
              <a:satOff val="0"/>
              <a:lumOff val="0"/>
              <a:alphaOff val="0"/>
            </a:schemeClr>
          </a:solidFill>
          <a:prstDash val="dash"/>
          <a:miter lim="800000"/>
        </a:ln>
        <a:effectLst/>
      </dgm:spPr>
    </dgm:pt>
    <dgm:pt modelId="{FA19A0AA-8B0B-4AA8-A80D-08CFFDD3F112}" type="pres">
      <dgm:prSet presAssocID="{A8C03FBB-4A75-4460-AEA6-DEAEB9C61496}" presName="ConnectorPoint" presStyleLbl="alignNode1" presStyleIdx="0" presStyleCnt="4"/>
      <dgm:spPr/>
    </dgm:pt>
    <dgm:pt modelId="{C298CC98-EF08-4D23-94A2-F58DEE6D7DE4}" type="pres">
      <dgm:prSet presAssocID="{A8C03FBB-4A75-4460-AEA6-DEAEB9C61496}" presName="EmptyPlaceHolder" presStyleCnt="0"/>
      <dgm:spPr/>
    </dgm:pt>
    <dgm:pt modelId="{F3D981F8-7433-4E93-99E6-2B447306B973}" type="pres">
      <dgm:prSet presAssocID="{67361508-930A-4A23-8CFC-BB56DA645C3C}" presName="spaceBetweenRectangles" presStyleCnt="0"/>
      <dgm:spPr/>
    </dgm:pt>
    <dgm:pt modelId="{7D29DFA7-018B-45C9-AC1C-5CFC82FEE150}" type="pres">
      <dgm:prSet presAssocID="{91969DED-4CB8-4A14-A50B-3F7B848E46B5}" presName="composite" presStyleCnt="0"/>
      <dgm:spPr/>
    </dgm:pt>
    <dgm:pt modelId="{60D0713D-AF69-4AF8-B071-F65622790886}" type="pres">
      <dgm:prSet presAssocID="{91969DED-4CB8-4A14-A50B-3F7B848E46B5}" presName="L1TextContainer" presStyleLbl="revTx" presStyleIdx="1" presStyleCnt="4">
        <dgm:presLayoutVars>
          <dgm:chMax val="1"/>
          <dgm:chPref val="1"/>
          <dgm:bulletEnabled val="1"/>
        </dgm:presLayoutVars>
      </dgm:prSet>
      <dgm:spPr/>
    </dgm:pt>
    <dgm:pt modelId="{5DAA1547-FEA7-4F69-96D3-0E3A07601B1E}" type="pres">
      <dgm:prSet presAssocID="{91969DED-4CB8-4A14-A50B-3F7B848E46B5}" presName="L2TextContainerWrapper" presStyleCnt="0">
        <dgm:presLayoutVars>
          <dgm:chMax val="0"/>
          <dgm:chPref val="0"/>
          <dgm:bulletEnabled val="1"/>
        </dgm:presLayoutVars>
      </dgm:prSet>
      <dgm:spPr/>
    </dgm:pt>
    <dgm:pt modelId="{DADAA0C9-3E42-4088-8622-30E9F6EA139A}" type="pres">
      <dgm:prSet presAssocID="{91969DED-4CB8-4A14-A50B-3F7B848E46B5}" presName="L2TextContainer" presStyleLbl="bgAcc1" presStyleIdx="1" presStyleCnt="4"/>
      <dgm:spPr/>
    </dgm:pt>
    <dgm:pt modelId="{D2E61EE0-F306-43AF-AFF9-74A14B9CF379}" type="pres">
      <dgm:prSet presAssocID="{91969DED-4CB8-4A14-A50B-3F7B848E46B5}" presName="FlexibleEmptyPlaceHolder" presStyleCnt="0"/>
      <dgm:spPr/>
    </dgm:pt>
    <dgm:pt modelId="{DBD74D6B-057A-432C-9067-BF618C19EB2A}" type="pres">
      <dgm:prSet presAssocID="{91969DED-4CB8-4A14-A50B-3F7B848E46B5}" presName="ConnectLine" presStyleLbl="sibTrans1D1" presStyleIdx="1" presStyleCnt="4"/>
      <dgm:spPr>
        <a:noFill/>
        <a:ln w="6350" cap="flat" cmpd="sng" algn="ctr">
          <a:solidFill>
            <a:schemeClr val="accent2">
              <a:hueOff val="0"/>
              <a:satOff val="0"/>
              <a:lumOff val="0"/>
              <a:alphaOff val="0"/>
            </a:schemeClr>
          </a:solidFill>
          <a:prstDash val="dash"/>
          <a:miter lim="800000"/>
        </a:ln>
        <a:effectLst/>
      </dgm:spPr>
    </dgm:pt>
    <dgm:pt modelId="{0F979253-FD39-4920-BFCA-78C564B167EA}" type="pres">
      <dgm:prSet presAssocID="{91969DED-4CB8-4A14-A50B-3F7B848E46B5}" presName="ConnectorPoint" presStyleLbl="alignNode1" presStyleIdx="1" presStyleCnt="4"/>
      <dgm:spPr/>
    </dgm:pt>
    <dgm:pt modelId="{C9B4B298-E04C-4317-856D-E345FE5EC64B}" type="pres">
      <dgm:prSet presAssocID="{91969DED-4CB8-4A14-A50B-3F7B848E46B5}" presName="EmptyPlaceHolder" presStyleCnt="0"/>
      <dgm:spPr/>
    </dgm:pt>
    <dgm:pt modelId="{9B636147-AF19-40E0-BE7D-3BE8148CC024}" type="pres">
      <dgm:prSet presAssocID="{81CA8AA2-C0C3-4381-BA8B-413EDD578B83}" presName="spaceBetweenRectangles" presStyleCnt="0"/>
      <dgm:spPr/>
    </dgm:pt>
    <dgm:pt modelId="{76CB18D4-86E2-467C-A2CF-3ED9EFE66BEA}" type="pres">
      <dgm:prSet presAssocID="{3CC73758-10C1-47F8-AFA7-1A986D4DDD60}" presName="composite" presStyleCnt="0"/>
      <dgm:spPr/>
    </dgm:pt>
    <dgm:pt modelId="{E712D073-0B15-4887-9DCE-A27BCACBC178}" type="pres">
      <dgm:prSet presAssocID="{3CC73758-10C1-47F8-AFA7-1A986D4DDD60}" presName="L1TextContainer" presStyleLbl="revTx" presStyleIdx="2" presStyleCnt="4">
        <dgm:presLayoutVars>
          <dgm:chMax val="1"/>
          <dgm:chPref val="1"/>
          <dgm:bulletEnabled val="1"/>
        </dgm:presLayoutVars>
      </dgm:prSet>
      <dgm:spPr/>
    </dgm:pt>
    <dgm:pt modelId="{4C57E835-21E8-44E9-8CE3-1E2D478ECB2B}" type="pres">
      <dgm:prSet presAssocID="{3CC73758-10C1-47F8-AFA7-1A986D4DDD60}" presName="L2TextContainerWrapper" presStyleCnt="0">
        <dgm:presLayoutVars>
          <dgm:chMax val="0"/>
          <dgm:chPref val="0"/>
          <dgm:bulletEnabled val="1"/>
        </dgm:presLayoutVars>
      </dgm:prSet>
      <dgm:spPr/>
    </dgm:pt>
    <dgm:pt modelId="{E0D48281-565D-47A3-9B6C-576231178549}" type="pres">
      <dgm:prSet presAssocID="{3CC73758-10C1-47F8-AFA7-1A986D4DDD60}" presName="L2TextContainer" presStyleLbl="bgAcc1" presStyleIdx="2" presStyleCnt="4"/>
      <dgm:spPr/>
    </dgm:pt>
    <dgm:pt modelId="{E0365E95-CAD6-4660-956D-E490447A5CB4}" type="pres">
      <dgm:prSet presAssocID="{3CC73758-10C1-47F8-AFA7-1A986D4DDD60}" presName="FlexibleEmptyPlaceHolder" presStyleCnt="0"/>
      <dgm:spPr/>
    </dgm:pt>
    <dgm:pt modelId="{DCAE8A46-752C-4E82-84CE-E790E1F2918E}" type="pres">
      <dgm:prSet presAssocID="{3CC73758-10C1-47F8-AFA7-1A986D4DDD60}" presName="ConnectLine" presStyleLbl="sibTrans1D1" presStyleIdx="2" presStyleCnt="4"/>
      <dgm:spPr>
        <a:noFill/>
        <a:ln w="6350" cap="flat" cmpd="sng" algn="ctr">
          <a:solidFill>
            <a:schemeClr val="accent2">
              <a:hueOff val="0"/>
              <a:satOff val="0"/>
              <a:lumOff val="0"/>
              <a:alphaOff val="0"/>
            </a:schemeClr>
          </a:solidFill>
          <a:prstDash val="dash"/>
          <a:miter lim="800000"/>
        </a:ln>
        <a:effectLst/>
      </dgm:spPr>
    </dgm:pt>
    <dgm:pt modelId="{B6459BF8-D2C3-4018-9C28-98667DC203F4}" type="pres">
      <dgm:prSet presAssocID="{3CC73758-10C1-47F8-AFA7-1A986D4DDD60}" presName="ConnectorPoint" presStyleLbl="alignNode1" presStyleIdx="2" presStyleCnt="4"/>
      <dgm:spPr/>
    </dgm:pt>
    <dgm:pt modelId="{EAB0CCC2-BFF9-432D-BA8E-7ECAF2D92AF2}" type="pres">
      <dgm:prSet presAssocID="{3CC73758-10C1-47F8-AFA7-1A986D4DDD60}" presName="EmptyPlaceHolder" presStyleCnt="0"/>
      <dgm:spPr/>
    </dgm:pt>
    <dgm:pt modelId="{07073103-04B7-4C74-9AC8-048764100B10}" type="pres">
      <dgm:prSet presAssocID="{D8170BBA-6035-4773-8431-FEDD687647FF}" presName="spaceBetweenRectangles" presStyleCnt="0"/>
      <dgm:spPr/>
    </dgm:pt>
    <dgm:pt modelId="{C68762A5-E9DF-484F-B385-6C7E07325E98}" type="pres">
      <dgm:prSet presAssocID="{D2FE027B-4161-41E1-B4D4-02AECB2E3FA0}" presName="composite" presStyleCnt="0"/>
      <dgm:spPr/>
    </dgm:pt>
    <dgm:pt modelId="{F782935D-BBBD-4420-826A-F71C517659B6}" type="pres">
      <dgm:prSet presAssocID="{D2FE027B-4161-41E1-B4D4-02AECB2E3FA0}" presName="L1TextContainer" presStyleLbl="revTx" presStyleIdx="3" presStyleCnt="4">
        <dgm:presLayoutVars>
          <dgm:chMax val="1"/>
          <dgm:chPref val="1"/>
          <dgm:bulletEnabled val="1"/>
        </dgm:presLayoutVars>
      </dgm:prSet>
      <dgm:spPr/>
    </dgm:pt>
    <dgm:pt modelId="{3C71E446-482E-4CAC-8D42-2D4AC020412B}" type="pres">
      <dgm:prSet presAssocID="{D2FE027B-4161-41E1-B4D4-02AECB2E3FA0}" presName="L2TextContainerWrapper" presStyleCnt="0">
        <dgm:presLayoutVars>
          <dgm:chMax val="0"/>
          <dgm:chPref val="0"/>
          <dgm:bulletEnabled val="1"/>
        </dgm:presLayoutVars>
      </dgm:prSet>
      <dgm:spPr/>
    </dgm:pt>
    <dgm:pt modelId="{6C3A59BD-6D45-4573-B098-8CB5207F194D}" type="pres">
      <dgm:prSet presAssocID="{D2FE027B-4161-41E1-B4D4-02AECB2E3FA0}" presName="L2TextContainer" presStyleLbl="bgAcc1" presStyleIdx="3" presStyleCnt="4"/>
      <dgm:spPr/>
    </dgm:pt>
    <dgm:pt modelId="{8EB042C8-D666-4667-A1E4-E0C87151B72F}" type="pres">
      <dgm:prSet presAssocID="{D2FE027B-4161-41E1-B4D4-02AECB2E3FA0}" presName="FlexibleEmptyPlaceHolder" presStyleCnt="0"/>
      <dgm:spPr/>
    </dgm:pt>
    <dgm:pt modelId="{086FB9B1-82B2-4197-8B33-6E7FF94F8D2E}" type="pres">
      <dgm:prSet presAssocID="{D2FE027B-4161-41E1-B4D4-02AECB2E3FA0}" presName="ConnectLine" presStyleLbl="sibTrans1D1" presStyleIdx="3" presStyleCnt="4"/>
      <dgm:spPr>
        <a:noFill/>
        <a:ln w="6350" cap="flat" cmpd="sng" algn="ctr">
          <a:solidFill>
            <a:schemeClr val="accent2">
              <a:hueOff val="0"/>
              <a:satOff val="0"/>
              <a:lumOff val="0"/>
              <a:alphaOff val="0"/>
            </a:schemeClr>
          </a:solidFill>
          <a:prstDash val="dash"/>
          <a:miter lim="800000"/>
        </a:ln>
        <a:effectLst/>
      </dgm:spPr>
    </dgm:pt>
    <dgm:pt modelId="{3F359E8B-7C7E-4FD9-B106-36CCBFC731D5}" type="pres">
      <dgm:prSet presAssocID="{D2FE027B-4161-41E1-B4D4-02AECB2E3FA0}" presName="ConnectorPoint" presStyleLbl="alignNode1" presStyleIdx="3" presStyleCnt="4"/>
      <dgm:spPr/>
    </dgm:pt>
    <dgm:pt modelId="{34434334-A935-4057-946F-93B826088F38}" type="pres">
      <dgm:prSet presAssocID="{D2FE027B-4161-41E1-B4D4-02AECB2E3FA0}" presName="EmptyPlaceHolder" presStyleCnt="0"/>
      <dgm:spPr/>
    </dgm:pt>
  </dgm:ptLst>
  <dgm:cxnLst>
    <dgm:cxn modelId="{CB32A309-9CA9-4554-941D-519A91A9E733}" srcId="{D2FE027B-4161-41E1-B4D4-02AECB2E3FA0}" destId="{2BE415B7-7185-4956-8487-237B40BC0EE5}" srcOrd="0" destOrd="0" parTransId="{A38E847E-0D1D-4F40-9A71-4D5999ADE08B}" sibTransId="{F0D1C61C-E3F2-49BA-A2D8-C04A81308E5D}"/>
    <dgm:cxn modelId="{1C78E323-4C31-4E38-9970-3403D59126E3}" srcId="{A66480AC-C0DE-4E5E-9ECD-9AE37E3FCB79}" destId="{D2FE027B-4161-41E1-B4D4-02AECB2E3FA0}" srcOrd="3" destOrd="0" parTransId="{88680CFE-3CE0-4842-B3D3-716D3B671238}" sibTransId="{4D59E06B-629C-40B5-96D3-423B7A56C945}"/>
    <dgm:cxn modelId="{562F3C2D-20DE-46C4-9B3C-B0710E175F4B}" type="presOf" srcId="{2BE415B7-7185-4956-8487-237B40BC0EE5}" destId="{6C3A59BD-6D45-4573-B098-8CB5207F194D}" srcOrd="0" destOrd="0" presId="urn:microsoft.com/office/officeart/2016/7/layout/BasicTimeline"/>
    <dgm:cxn modelId="{5EDA943F-300F-408A-A52E-3D5140FD5C22}" srcId="{3CC73758-10C1-47F8-AFA7-1A986D4DDD60}" destId="{FD9CA14A-483C-4869-B0C1-7C5FB7EEDBCC}" srcOrd="0" destOrd="0" parTransId="{8182A92F-45BA-4CD1-8E43-0B0810A50FEB}" sibTransId="{914BB93C-EA8A-4B5B-8F06-30DA7C7F4B7B}"/>
    <dgm:cxn modelId="{4A69F85D-5C15-48FD-893A-B3050E1BADEB}" srcId="{A66480AC-C0DE-4E5E-9ECD-9AE37E3FCB79}" destId="{3CC73758-10C1-47F8-AFA7-1A986D4DDD60}" srcOrd="2" destOrd="0" parTransId="{FF6AE4B6-4A2F-49EE-9316-9AF55E77838B}" sibTransId="{D8170BBA-6035-4773-8431-FEDD687647FF}"/>
    <dgm:cxn modelId="{EEDB3963-A583-4E0B-AD0D-477C762C3772}" type="presOf" srcId="{FD9CA14A-483C-4869-B0C1-7C5FB7EEDBCC}" destId="{E0D48281-565D-47A3-9B6C-576231178549}" srcOrd="0" destOrd="0" presId="urn:microsoft.com/office/officeart/2016/7/layout/BasicTimeline"/>
    <dgm:cxn modelId="{D3D81948-D963-4D1E-AE16-9705EAF510FC}" srcId="{A66480AC-C0DE-4E5E-9ECD-9AE37E3FCB79}" destId="{A8C03FBB-4A75-4460-AEA6-DEAEB9C61496}" srcOrd="0" destOrd="0" parTransId="{4E972F7F-4B1B-47AA-A25B-1FFC561F1C76}" sibTransId="{67361508-930A-4A23-8CFC-BB56DA645C3C}"/>
    <dgm:cxn modelId="{CF9C9B72-2B84-4E2D-BF35-743F3DB3D084}" type="presOf" srcId="{3CC73758-10C1-47F8-AFA7-1A986D4DDD60}" destId="{E712D073-0B15-4887-9DCE-A27BCACBC178}" srcOrd="0" destOrd="0" presId="urn:microsoft.com/office/officeart/2016/7/layout/BasicTimeline"/>
    <dgm:cxn modelId="{2021BA54-1586-41F9-BD61-1333510CFCAF}" type="presOf" srcId="{A8C03FBB-4A75-4460-AEA6-DEAEB9C61496}" destId="{FE5C7F33-9326-49FB-89A3-8A20163AD994}" srcOrd="0" destOrd="0" presId="urn:microsoft.com/office/officeart/2016/7/layout/BasicTimeline"/>
    <dgm:cxn modelId="{EFC83199-8530-48D1-B22D-0AE581F32169}" type="presOf" srcId="{8A04F340-E8E1-4146-9905-E7ADCAEAABD7}" destId="{DADAA0C9-3E42-4088-8622-30E9F6EA139A}" srcOrd="0" destOrd="0" presId="urn:microsoft.com/office/officeart/2016/7/layout/BasicTimeline"/>
    <dgm:cxn modelId="{B99CA6C9-28D1-4DDB-B8EC-AED73AD115CA}" srcId="{A8C03FBB-4A75-4460-AEA6-DEAEB9C61496}" destId="{5E71F362-34DF-4EEC-92A3-0EFE450E05E4}" srcOrd="0" destOrd="0" parTransId="{8E5EE4D1-908E-455C-B8B3-281AD42DEC9A}" sibTransId="{B208B24A-E9FD-40A9-B764-FB7C2B7ED8B9}"/>
    <dgm:cxn modelId="{537F2ED0-8BD0-4AD5-B60D-89B660EDA1AC}" srcId="{A66480AC-C0DE-4E5E-9ECD-9AE37E3FCB79}" destId="{91969DED-4CB8-4A14-A50B-3F7B848E46B5}" srcOrd="1" destOrd="0" parTransId="{441CD73D-85E1-42A6-BCF8-362A3247E2F3}" sibTransId="{81CA8AA2-C0C3-4381-BA8B-413EDD578B83}"/>
    <dgm:cxn modelId="{235C28D2-A54F-48A6-8DFB-A4EEBF76A8DA}" type="presOf" srcId="{91969DED-4CB8-4A14-A50B-3F7B848E46B5}" destId="{60D0713D-AF69-4AF8-B071-F65622790886}" srcOrd="0" destOrd="0" presId="urn:microsoft.com/office/officeart/2016/7/layout/BasicTimeline"/>
    <dgm:cxn modelId="{403E30EA-CA23-4A5A-9D22-DF82F93CFF08}" type="presOf" srcId="{A66480AC-C0DE-4E5E-9ECD-9AE37E3FCB79}" destId="{9FFA803F-EA25-49D8-A073-96E9747E345F}" srcOrd="0" destOrd="0" presId="urn:microsoft.com/office/officeart/2016/7/layout/BasicTimeline"/>
    <dgm:cxn modelId="{E724D4EC-746E-422E-8D8D-D39DB3B267F9}" type="presOf" srcId="{D2FE027B-4161-41E1-B4D4-02AECB2E3FA0}" destId="{F782935D-BBBD-4420-826A-F71C517659B6}" srcOrd="0" destOrd="0" presId="urn:microsoft.com/office/officeart/2016/7/layout/BasicTimeline"/>
    <dgm:cxn modelId="{5EB022F1-22B3-48AE-977E-8A57468425FD}" type="presOf" srcId="{5E71F362-34DF-4EEC-92A3-0EFE450E05E4}" destId="{BA29120C-7C6B-4F62-9079-4AD528BC0744}" srcOrd="0" destOrd="0" presId="urn:microsoft.com/office/officeart/2016/7/layout/BasicTimeline"/>
    <dgm:cxn modelId="{E636BFFB-0404-4D4B-B3F0-C64FDFD9DDEF}" srcId="{91969DED-4CB8-4A14-A50B-3F7B848E46B5}" destId="{8A04F340-E8E1-4146-9905-E7ADCAEAABD7}" srcOrd="0" destOrd="0" parTransId="{4EBD5EC2-45ED-4ED6-8376-97D155A911AE}" sibTransId="{F9CD2A04-6A34-4104-A971-391788B88F55}"/>
    <dgm:cxn modelId="{6A28C4EE-3905-4EE9-AD3A-61D92ABEA988}" type="presParOf" srcId="{9FFA803F-EA25-49D8-A073-96E9747E345F}" destId="{EE0E6265-BE99-48D1-8879-DB5A75D6D78E}" srcOrd="0" destOrd="0" presId="urn:microsoft.com/office/officeart/2016/7/layout/BasicTimeline"/>
    <dgm:cxn modelId="{2F5BC753-81CF-4A86-9B47-73697DC0E4B4}" type="presParOf" srcId="{9FFA803F-EA25-49D8-A073-96E9747E345F}" destId="{BDA8F949-88B8-486D-9E41-ABA1463A8926}" srcOrd="1" destOrd="0" presId="urn:microsoft.com/office/officeart/2016/7/layout/BasicTimeline"/>
    <dgm:cxn modelId="{17DE16EB-FE9B-4975-99C6-A9C4C8520F68}" type="presParOf" srcId="{BDA8F949-88B8-486D-9E41-ABA1463A8926}" destId="{A41AEE8D-8763-4311-BB07-B499A93D76EA}" srcOrd="0" destOrd="0" presId="urn:microsoft.com/office/officeart/2016/7/layout/BasicTimeline"/>
    <dgm:cxn modelId="{9913B12E-2B1A-425C-A92A-5D1D815F71C8}" type="presParOf" srcId="{A41AEE8D-8763-4311-BB07-B499A93D76EA}" destId="{FE5C7F33-9326-49FB-89A3-8A20163AD994}" srcOrd="0" destOrd="0" presId="urn:microsoft.com/office/officeart/2016/7/layout/BasicTimeline"/>
    <dgm:cxn modelId="{7938E2D6-9394-4C45-848E-AF21056D8A6A}" type="presParOf" srcId="{A41AEE8D-8763-4311-BB07-B499A93D76EA}" destId="{C51067AB-548D-47E7-B9DD-C7A4C9600F8C}" srcOrd="1" destOrd="0" presId="urn:microsoft.com/office/officeart/2016/7/layout/BasicTimeline"/>
    <dgm:cxn modelId="{4018E326-D263-488E-A91B-BA58B83B1B9F}" type="presParOf" srcId="{C51067AB-548D-47E7-B9DD-C7A4C9600F8C}" destId="{BA29120C-7C6B-4F62-9079-4AD528BC0744}" srcOrd="0" destOrd="0" presId="urn:microsoft.com/office/officeart/2016/7/layout/BasicTimeline"/>
    <dgm:cxn modelId="{EF6CBDBB-E383-4F88-8F35-CA580AFD5D4A}" type="presParOf" srcId="{C51067AB-548D-47E7-B9DD-C7A4C9600F8C}" destId="{617B6CDA-9351-44EF-9011-41758FE93851}" srcOrd="1" destOrd="0" presId="urn:microsoft.com/office/officeart/2016/7/layout/BasicTimeline"/>
    <dgm:cxn modelId="{ED8FB241-327C-4694-A1D7-11AC67EFBD0E}" type="presParOf" srcId="{A41AEE8D-8763-4311-BB07-B499A93D76EA}" destId="{A95DB80B-444A-4D69-B205-3A801BB8524A}" srcOrd="2" destOrd="0" presId="urn:microsoft.com/office/officeart/2016/7/layout/BasicTimeline"/>
    <dgm:cxn modelId="{EAC4E64E-8095-40BE-AC56-AD9B8339A1D6}" type="presParOf" srcId="{A41AEE8D-8763-4311-BB07-B499A93D76EA}" destId="{FA19A0AA-8B0B-4AA8-A80D-08CFFDD3F112}" srcOrd="3" destOrd="0" presId="urn:microsoft.com/office/officeart/2016/7/layout/BasicTimeline"/>
    <dgm:cxn modelId="{C09664F3-E794-4060-92BA-392801C26C23}" type="presParOf" srcId="{A41AEE8D-8763-4311-BB07-B499A93D76EA}" destId="{C298CC98-EF08-4D23-94A2-F58DEE6D7DE4}" srcOrd="4" destOrd="0" presId="urn:microsoft.com/office/officeart/2016/7/layout/BasicTimeline"/>
    <dgm:cxn modelId="{048204E2-B03C-4C16-854B-2175F29A3B6B}" type="presParOf" srcId="{BDA8F949-88B8-486D-9E41-ABA1463A8926}" destId="{F3D981F8-7433-4E93-99E6-2B447306B973}" srcOrd="1" destOrd="0" presId="urn:microsoft.com/office/officeart/2016/7/layout/BasicTimeline"/>
    <dgm:cxn modelId="{9295B1A4-EBF6-4800-8288-6A2334BD16A5}" type="presParOf" srcId="{BDA8F949-88B8-486D-9E41-ABA1463A8926}" destId="{7D29DFA7-018B-45C9-AC1C-5CFC82FEE150}" srcOrd="2" destOrd="0" presId="urn:microsoft.com/office/officeart/2016/7/layout/BasicTimeline"/>
    <dgm:cxn modelId="{EEC60F77-D23C-4B6B-8F70-C2AC70CA354E}" type="presParOf" srcId="{7D29DFA7-018B-45C9-AC1C-5CFC82FEE150}" destId="{60D0713D-AF69-4AF8-B071-F65622790886}" srcOrd="0" destOrd="0" presId="urn:microsoft.com/office/officeart/2016/7/layout/BasicTimeline"/>
    <dgm:cxn modelId="{DF401B09-4FB2-4821-9B1A-1F1312C76965}" type="presParOf" srcId="{7D29DFA7-018B-45C9-AC1C-5CFC82FEE150}" destId="{5DAA1547-FEA7-4F69-96D3-0E3A07601B1E}" srcOrd="1" destOrd="0" presId="urn:microsoft.com/office/officeart/2016/7/layout/BasicTimeline"/>
    <dgm:cxn modelId="{7FE0319E-C9EE-4FF5-8851-B6F7691FC428}" type="presParOf" srcId="{5DAA1547-FEA7-4F69-96D3-0E3A07601B1E}" destId="{DADAA0C9-3E42-4088-8622-30E9F6EA139A}" srcOrd="0" destOrd="0" presId="urn:microsoft.com/office/officeart/2016/7/layout/BasicTimeline"/>
    <dgm:cxn modelId="{E148FC51-2CF5-446B-A412-470D83938980}" type="presParOf" srcId="{5DAA1547-FEA7-4F69-96D3-0E3A07601B1E}" destId="{D2E61EE0-F306-43AF-AFF9-74A14B9CF379}" srcOrd="1" destOrd="0" presId="urn:microsoft.com/office/officeart/2016/7/layout/BasicTimeline"/>
    <dgm:cxn modelId="{1B508217-367B-426C-AE0C-A04AD7D8BE99}" type="presParOf" srcId="{7D29DFA7-018B-45C9-AC1C-5CFC82FEE150}" destId="{DBD74D6B-057A-432C-9067-BF618C19EB2A}" srcOrd="2" destOrd="0" presId="urn:microsoft.com/office/officeart/2016/7/layout/BasicTimeline"/>
    <dgm:cxn modelId="{4E5D0887-E663-4F98-A136-60ACA5822383}" type="presParOf" srcId="{7D29DFA7-018B-45C9-AC1C-5CFC82FEE150}" destId="{0F979253-FD39-4920-BFCA-78C564B167EA}" srcOrd="3" destOrd="0" presId="urn:microsoft.com/office/officeart/2016/7/layout/BasicTimeline"/>
    <dgm:cxn modelId="{FBA3BC6B-88DF-42FB-A4DA-4CB52DADF3B0}" type="presParOf" srcId="{7D29DFA7-018B-45C9-AC1C-5CFC82FEE150}" destId="{C9B4B298-E04C-4317-856D-E345FE5EC64B}" srcOrd="4" destOrd="0" presId="urn:microsoft.com/office/officeart/2016/7/layout/BasicTimeline"/>
    <dgm:cxn modelId="{7654473A-B660-401D-95C1-A378F30D4839}" type="presParOf" srcId="{BDA8F949-88B8-486D-9E41-ABA1463A8926}" destId="{9B636147-AF19-40E0-BE7D-3BE8148CC024}" srcOrd="3" destOrd="0" presId="urn:microsoft.com/office/officeart/2016/7/layout/BasicTimeline"/>
    <dgm:cxn modelId="{7F18A335-18BC-4DD7-91A7-9D42E99E9670}" type="presParOf" srcId="{BDA8F949-88B8-486D-9E41-ABA1463A8926}" destId="{76CB18D4-86E2-467C-A2CF-3ED9EFE66BEA}" srcOrd="4" destOrd="0" presId="urn:microsoft.com/office/officeart/2016/7/layout/BasicTimeline"/>
    <dgm:cxn modelId="{4C47EE63-B1DE-4DC3-A2E8-A3B242610771}" type="presParOf" srcId="{76CB18D4-86E2-467C-A2CF-3ED9EFE66BEA}" destId="{E712D073-0B15-4887-9DCE-A27BCACBC178}" srcOrd="0" destOrd="0" presId="urn:microsoft.com/office/officeart/2016/7/layout/BasicTimeline"/>
    <dgm:cxn modelId="{913D5376-10EA-450B-B330-8FE84C46EF3D}" type="presParOf" srcId="{76CB18D4-86E2-467C-A2CF-3ED9EFE66BEA}" destId="{4C57E835-21E8-44E9-8CE3-1E2D478ECB2B}" srcOrd="1" destOrd="0" presId="urn:microsoft.com/office/officeart/2016/7/layout/BasicTimeline"/>
    <dgm:cxn modelId="{4BEE1009-D660-44E6-88FE-69F0DD60643B}" type="presParOf" srcId="{4C57E835-21E8-44E9-8CE3-1E2D478ECB2B}" destId="{E0D48281-565D-47A3-9B6C-576231178549}" srcOrd="0" destOrd="0" presId="urn:microsoft.com/office/officeart/2016/7/layout/BasicTimeline"/>
    <dgm:cxn modelId="{8DC26495-2494-4797-8A3F-B125898940E9}" type="presParOf" srcId="{4C57E835-21E8-44E9-8CE3-1E2D478ECB2B}" destId="{E0365E95-CAD6-4660-956D-E490447A5CB4}" srcOrd="1" destOrd="0" presId="urn:microsoft.com/office/officeart/2016/7/layout/BasicTimeline"/>
    <dgm:cxn modelId="{08EE4CD0-196E-4930-BCD4-B1C1DF68B57B}" type="presParOf" srcId="{76CB18D4-86E2-467C-A2CF-3ED9EFE66BEA}" destId="{DCAE8A46-752C-4E82-84CE-E790E1F2918E}" srcOrd="2" destOrd="0" presId="urn:microsoft.com/office/officeart/2016/7/layout/BasicTimeline"/>
    <dgm:cxn modelId="{45BA7304-3E53-4679-A7B6-FA7F239911AF}" type="presParOf" srcId="{76CB18D4-86E2-467C-A2CF-3ED9EFE66BEA}" destId="{B6459BF8-D2C3-4018-9C28-98667DC203F4}" srcOrd="3" destOrd="0" presId="urn:microsoft.com/office/officeart/2016/7/layout/BasicTimeline"/>
    <dgm:cxn modelId="{E3510A7D-3261-4308-89DE-B58D873B8F65}" type="presParOf" srcId="{76CB18D4-86E2-467C-A2CF-3ED9EFE66BEA}" destId="{EAB0CCC2-BFF9-432D-BA8E-7ECAF2D92AF2}" srcOrd="4" destOrd="0" presId="urn:microsoft.com/office/officeart/2016/7/layout/BasicTimeline"/>
    <dgm:cxn modelId="{FFCADF00-4079-4EA0-873D-F40AF7C7A756}" type="presParOf" srcId="{BDA8F949-88B8-486D-9E41-ABA1463A8926}" destId="{07073103-04B7-4C74-9AC8-048764100B10}" srcOrd="5" destOrd="0" presId="urn:microsoft.com/office/officeart/2016/7/layout/BasicTimeline"/>
    <dgm:cxn modelId="{42A285A7-770F-427A-8EBD-60386F3FA617}" type="presParOf" srcId="{BDA8F949-88B8-486D-9E41-ABA1463A8926}" destId="{C68762A5-E9DF-484F-B385-6C7E07325E98}" srcOrd="6" destOrd="0" presId="urn:microsoft.com/office/officeart/2016/7/layout/BasicTimeline"/>
    <dgm:cxn modelId="{F98C8559-9584-46C6-8171-CA543610B9C6}" type="presParOf" srcId="{C68762A5-E9DF-484F-B385-6C7E07325E98}" destId="{F782935D-BBBD-4420-826A-F71C517659B6}" srcOrd="0" destOrd="0" presId="urn:microsoft.com/office/officeart/2016/7/layout/BasicTimeline"/>
    <dgm:cxn modelId="{53EE0C76-8E38-41B1-A893-786E09AE1984}" type="presParOf" srcId="{C68762A5-E9DF-484F-B385-6C7E07325E98}" destId="{3C71E446-482E-4CAC-8D42-2D4AC020412B}" srcOrd="1" destOrd="0" presId="urn:microsoft.com/office/officeart/2016/7/layout/BasicTimeline"/>
    <dgm:cxn modelId="{40C95DC5-9029-4519-AF5A-E7E8C35EC508}" type="presParOf" srcId="{3C71E446-482E-4CAC-8D42-2D4AC020412B}" destId="{6C3A59BD-6D45-4573-B098-8CB5207F194D}" srcOrd="0" destOrd="0" presId="urn:microsoft.com/office/officeart/2016/7/layout/BasicTimeline"/>
    <dgm:cxn modelId="{52C78456-7B3C-4EF4-970C-27EADED1C043}" type="presParOf" srcId="{3C71E446-482E-4CAC-8D42-2D4AC020412B}" destId="{8EB042C8-D666-4667-A1E4-E0C87151B72F}" srcOrd="1" destOrd="0" presId="urn:microsoft.com/office/officeart/2016/7/layout/BasicTimeline"/>
    <dgm:cxn modelId="{A4FA0C2B-25BC-441B-B00D-E8192F657A6B}" type="presParOf" srcId="{C68762A5-E9DF-484F-B385-6C7E07325E98}" destId="{086FB9B1-82B2-4197-8B33-6E7FF94F8D2E}" srcOrd="2" destOrd="0" presId="urn:microsoft.com/office/officeart/2016/7/layout/BasicTimeline"/>
    <dgm:cxn modelId="{5C6926CE-5B68-479A-86E6-8ED573016DBD}" type="presParOf" srcId="{C68762A5-E9DF-484F-B385-6C7E07325E98}" destId="{3F359E8B-7C7E-4FD9-B106-36CCBFC731D5}" srcOrd="3" destOrd="0" presId="urn:microsoft.com/office/officeart/2016/7/layout/BasicTimeline"/>
    <dgm:cxn modelId="{85EFFA46-3F92-419A-B069-40862F60F07B}" type="presParOf" srcId="{C68762A5-E9DF-484F-B385-6C7E07325E98}" destId="{34434334-A935-4057-946F-93B826088F38}" srcOrd="4" destOrd="0" presId="urn:microsoft.com/office/officeart/2016/7/layout/Basic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E0E6265-BE99-48D1-8879-DB5A75D6D78E}">
      <dsp:nvSpPr>
        <dsp:cNvPr id="0" name=""/>
        <dsp:cNvSpPr/>
      </dsp:nvSpPr>
      <dsp:spPr>
        <a:xfrm>
          <a:off x="0" y="1887537"/>
          <a:ext cx="8348663" cy="0"/>
        </a:xfrm>
        <a:prstGeom prst="line">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tailEnd type="triangle" w="lg" len="lg"/>
        </a:ln>
        <a:effectLst/>
      </dsp:spPr>
      <dsp:style>
        <a:lnRef idx="2">
          <a:scrgbClr r="0" g="0" b="0"/>
        </a:lnRef>
        <a:fillRef idx="1">
          <a:scrgbClr r="0" g="0" b="0"/>
        </a:fillRef>
        <a:effectRef idx="0">
          <a:scrgbClr r="0" g="0" b="0"/>
        </a:effectRef>
        <a:fontRef idx="minor"/>
      </dsp:style>
    </dsp:sp>
    <dsp:sp modelId="{FE5C7F33-9326-49FB-89A3-8A20163AD994}">
      <dsp:nvSpPr>
        <dsp:cNvPr id="0" name=""/>
        <dsp:cNvSpPr/>
      </dsp:nvSpPr>
      <dsp:spPr>
        <a:xfrm>
          <a:off x="185195" y="2027215"/>
          <a:ext cx="2679725" cy="4265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755650">
            <a:lnSpc>
              <a:spcPct val="90000"/>
            </a:lnSpc>
            <a:spcBef>
              <a:spcPct val="0"/>
            </a:spcBef>
            <a:spcAft>
              <a:spcPct val="35000"/>
            </a:spcAft>
            <a:buNone/>
            <a:defRPr b="1"/>
          </a:pPr>
          <a:r>
            <a:rPr lang="en-US" sz="1700" kern="1200" dirty="0">
              <a:solidFill>
                <a:schemeClr val="accent2">
                  <a:lumMod val="60000"/>
                  <a:lumOff val="40000"/>
                </a:schemeClr>
              </a:solidFill>
              <a:latin typeface="+mn-lt"/>
            </a:rPr>
            <a:t>Who it should act as</a:t>
          </a:r>
        </a:p>
      </dsp:txBody>
      <dsp:txXfrm>
        <a:off x="185195" y="2027215"/>
        <a:ext cx="2679725" cy="426583"/>
      </dsp:txXfrm>
    </dsp:sp>
    <dsp:sp modelId="{BA29120C-7C6B-4F62-9079-4AD528BC0744}">
      <dsp:nvSpPr>
        <dsp:cNvPr id="0" name=""/>
        <dsp:cNvSpPr/>
      </dsp:nvSpPr>
      <dsp:spPr>
        <a:xfrm>
          <a:off x="2486" y="526622"/>
          <a:ext cx="3045142" cy="643650"/>
        </a:xfrm>
        <a:prstGeom prst="round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l" defTabSz="800100">
            <a:lnSpc>
              <a:spcPct val="90000"/>
            </a:lnSpc>
            <a:spcBef>
              <a:spcPct val="0"/>
            </a:spcBef>
            <a:spcAft>
              <a:spcPct val="35000"/>
            </a:spcAft>
            <a:buNone/>
          </a:pPr>
          <a:r>
            <a:rPr lang="en-US" sz="1800" kern="1200" dirty="0">
              <a:latin typeface="+mn-lt"/>
            </a:rPr>
            <a:t>Role</a:t>
          </a:r>
        </a:p>
      </dsp:txBody>
      <dsp:txXfrm>
        <a:off x="33906" y="558042"/>
        <a:ext cx="2982302" cy="580810"/>
      </dsp:txXfrm>
    </dsp:sp>
    <dsp:sp modelId="{A95DB80B-444A-4D69-B205-3A801BB8524A}">
      <dsp:nvSpPr>
        <dsp:cNvPr id="0" name=""/>
        <dsp:cNvSpPr/>
      </dsp:nvSpPr>
      <dsp:spPr>
        <a:xfrm>
          <a:off x="1525057" y="1170273"/>
          <a:ext cx="0" cy="717264"/>
        </a:xfrm>
        <a:prstGeom prst="line">
          <a:avLst/>
        </a:prstGeom>
        <a:noFill/>
        <a:ln w="635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60D0713D-AF69-4AF8-B071-F65622790886}">
      <dsp:nvSpPr>
        <dsp:cNvPr id="0" name=""/>
        <dsp:cNvSpPr/>
      </dsp:nvSpPr>
      <dsp:spPr>
        <a:xfrm>
          <a:off x="1951377" y="1321276"/>
          <a:ext cx="2679725" cy="4265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755650">
            <a:lnSpc>
              <a:spcPct val="90000"/>
            </a:lnSpc>
            <a:spcBef>
              <a:spcPct val="0"/>
            </a:spcBef>
            <a:spcAft>
              <a:spcPct val="35000"/>
            </a:spcAft>
            <a:buNone/>
            <a:defRPr b="1"/>
          </a:pPr>
          <a:r>
            <a:rPr lang="en-US" sz="1700" kern="1200" dirty="0">
              <a:solidFill>
                <a:schemeClr val="accent2">
                  <a:lumMod val="60000"/>
                  <a:lumOff val="40000"/>
                </a:schemeClr>
              </a:solidFill>
              <a:latin typeface="+mn-lt"/>
            </a:rPr>
            <a:t>Direct Action</a:t>
          </a:r>
        </a:p>
      </dsp:txBody>
      <dsp:txXfrm>
        <a:off x="1951377" y="1321276"/>
        <a:ext cx="2679725" cy="426583"/>
      </dsp:txXfrm>
    </dsp:sp>
    <dsp:sp modelId="{FA19A0AA-8B0B-4AA8-A80D-08CFFDD3F112}">
      <dsp:nvSpPr>
        <dsp:cNvPr id="0" name=""/>
        <dsp:cNvSpPr/>
      </dsp:nvSpPr>
      <dsp:spPr>
        <a:xfrm>
          <a:off x="1496744" y="1859224"/>
          <a:ext cx="56626" cy="56626"/>
        </a:xfrm>
        <a:prstGeom prst="ellips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ADAA0C9-3E42-4088-8622-30E9F6EA139A}">
      <dsp:nvSpPr>
        <dsp:cNvPr id="0" name=""/>
        <dsp:cNvSpPr/>
      </dsp:nvSpPr>
      <dsp:spPr>
        <a:xfrm>
          <a:off x="1768669" y="2604801"/>
          <a:ext cx="3045142" cy="643650"/>
        </a:xfrm>
        <a:prstGeom prst="round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l" defTabSz="800100">
            <a:lnSpc>
              <a:spcPct val="90000"/>
            </a:lnSpc>
            <a:spcBef>
              <a:spcPct val="0"/>
            </a:spcBef>
            <a:spcAft>
              <a:spcPct val="35000"/>
            </a:spcAft>
            <a:buNone/>
          </a:pPr>
          <a:r>
            <a:rPr lang="en-US" sz="1800" kern="1200" dirty="0">
              <a:latin typeface="+mn-lt"/>
            </a:rPr>
            <a:t>Task</a:t>
          </a:r>
        </a:p>
      </dsp:txBody>
      <dsp:txXfrm>
        <a:off x="1800089" y="2636221"/>
        <a:ext cx="2982302" cy="580810"/>
      </dsp:txXfrm>
    </dsp:sp>
    <dsp:sp modelId="{DBD74D6B-057A-432C-9067-BF618C19EB2A}">
      <dsp:nvSpPr>
        <dsp:cNvPr id="0" name=""/>
        <dsp:cNvSpPr/>
      </dsp:nvSpPr>
      <dsp:spPr>
        <a:xfrm>
          <a:off x="3291240" y="1887537"/>
          <a:ext cx="0" cy="717264"/>
        </a:xfrm>
        <a:prstGeom prst="line">
          <a:avLst/>
        </a:prstGeom>
        <a:noFill/>
        <a:ln w="635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E712D073-0B15-4887-9DCE-A27BCACBC178}">
      <dsp:nvSpPr>
        <dsp:cNvPr id="0" name=""/>
        <dsp:cNvSpPr/>
      </dsp:nvSpPr>
      <dsp:spPr>
        <a:xfrm>
          <a:off x="3717560" y="2027215"/>
          <a:ext cx="2679725" cy="4265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755650">
            <a:lnSpc>
              <a:spcPct val="90000"/>
            </a:lnSpc>
            <a:spcBef>
              <a:spcPct val="0"/>
            </a:spcBef>
            <a:spcAft>
              <a:spcPct val="35000"/>
            </a:spcAft>
            <a:buNone/>
            <a:defRPr b="1"/>
          </a:pPr>
          <a:r>
            <a:rPr lang="en-US" sz="1700" kern="1200" dirty="0">
              <a:solidFill>
                <a:schemeClr val="accent2">
                  <a:lumMod val="60000"/>
                  <a:lumOff val="40000"/>
                </a:schemeClr>
              </a:solidFill>
              <a:latin typeface="+mn-lt"/>
            </a:rPr>
            <a:t>Background Info</a:t>
          </a:r>
        </a:p>
      </dsp:txBody>
      <dsp:txXfrm>
        <a:off x="3717560" y="2027215"/>
        <a:ext cx="2679725" cy="426583"/>
      </dsp:txXfrm>
    </dsp:sp>
    <dsp:sp modelId="{0F979253-FD39-4920-BFCA-78C564B167EA}">
      <dsp:nvSpPr>
        <dsp:cNvPr id="0" name=""/>
        <dsp:cNvSpPr/>
      </dsp:nvSpPr>
      <dsp:spPr>
        <a:xfrm>
          <a:off x="3262927" y="1859224"/>
          <a:ext cx="56626" cy="56626"/>
        </a:xfrm>
        <a:prstGeom prst="ellips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D48281-565D-47A3-9B6C-576231178549}">
      <dsp:nvSpPr>
        <dsp:cNvPr id="0" name=""/>
        <dsp:cNvSpPr/>
      </dsp:nvSpPr>
      <dsp:spPr>
        <a:xfrm>
          <a:off x="3534851" y="526622"/>
          <a:ext cx="3045142" cy="643650"/>
        </a:xfrm>
        <a:prstGeom prst="round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l" defTabSz="800100">
            <a:lnSpc>
              <a:spcPct val="90000"/>
            </a:lnSpc>
            <a:spcBef>
              <a:spcPct val="0"/>
            </a:spcBef>
            <a:spcAft>
              <a:spcPct val="35000"/>
            </a:spcAft>
            <a:buNone/>
          </a:pPr>
          <a:r>
            <a:rPr lang="en-US" sz="1800" kern="1200">
              <a:latin typeface="+mn-lt"/>
            </a:rPr>
            <a:t> Context</a:t>
          </a:r>
          <a:endParaRPr lang="en-US" sz="1800" kern="1200" dirty="0">
            <a:latin typeface="+mn-lt"/>
          </a:endParaRPr>
        </a:p>
      </dsp:txBody>
      <dsp:txXfrm>
        <a:off x="3566271" y="558042"/>
        <a:ext cx="2982302" cy="580810"/>
      </dsp:txXfrm>
    </dsp:sp>
    <dsp:sp modelId="{DCAE8A46-752C-4E82-84CE-E790E1F2918E}">
      <dsp:nvSpPr>
        <dsp:cNvPr id="0" name=""/>
        <dsp:cNvSpPr/>
      </dsp:nvSpPr>
      <dsp:spPr>
        <a:xfrm>
          <a:off x="5057422" y="1170273"/>
          <a:ext cx="0" cy="717264"/>
        </a:xfrm>
        <a:prstGeom prst="line">
          <a:avLst/>
        </a:prstGeom>
        <a:noFill/>
        <a:ln w="635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F782935D-BBBD-4420-826A-F71C517659B6}">
      <dsp:nvSpPr>
        <dsp:cNvPr id="0" name=""/>
        <dsp:cNvSpPr/>
      </dsp:nvSpPr>
      <dsp:spPr>
        <a:xfrm>
          <a:off x="5483742" y="1321276"/>
          <a:ext cx="2679725" cy="4265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755650">
            <a:lnSpc>
              <a:spcPct val="90000"/>
            </a:lnSpc>
            <a:spcBef>
              <a:spcPct val="0"/>
            </a:spcBef>
            <a:spcAft>
              <a:spcPct val="35000"/>
            </a:spcAft>
            <a:buNone/>
            <a:defRPr b="1"/>
          </a:pPr>
          <a:r>
            <a:rPr lang="en-US" sz="1700" kern="1200">
              <a:solidFill>
                <a:schemeClr val="accent2">
                  <a:lumMod val="60000"/>
                  <a:lumOff val="40000"/>
                </a:schemeClr>
              </a:solidFill>
              <a:latin typeface="+mn-lt"/>
            </a:rPr>
            <a:t>Exact Visual or Structured Shape</a:t>
          </a:r>
          <a:endParaRPr lang="en-US" sz="1700" kern="1200" dirty="0">
            <a:solidFill>
              <a:schemeClr val="accent2">
                <a:lumMod val="60000"/>
                <a:lumOff val="40000"/>
              </a:schemeClr>
            </a:solidFill>
            <a:latin typeface="+mn-lt"/>
          </a:endParaRPr>
        </a:p>
      </dsp:txBody>
      <dsp:txXfrm>
        <a:off x="5483742" y="1321276"/>
        <a:ext cx="2679725" cy="426583"/>
      </dsp:txXfrm>
    </dsp:sp>
    <dsp:sp modelId="{B6459BF8-D2C3-4018-9C28-98667DC203F4}">
      <dsp:nvSpPr>
        <dsp:cNvPr id="0" name=""/>
        <dsp:cNvSpPr/>
      </dsp:nvSpPr>
      <dsp:spPr>
        <a:xfrm>
          <a:off x="5029109" y="1859224"/>
          <a:ext cx="56626" cy="56626"/>
        </a:xfrm>
        <a:prstGeom prst="ellips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3A59BD-6D45-4573-B098-8CB5207F194D}">
      <dsp:nvSpPr>
        <dsp:cNvPr id="0" name=""/>
        <dsp:cNvSpPr/>
      </dsp:nvSpPr>
      <dsp:spPr>
        <a:xfrm>
          <a:off x="5301034" y="2604801"/>
          <a:ext cx="3045142" cy="643650"/>
        </a:xfrm>
        <a:prstGeom prst="round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l" defTabSz="800100">
            <a:lnSpc>
              <a:spcPct val="90000"/>
            </a:lnSpc>
            <a:spcBef>
              <a:spcPct val="0"/>
            </a:spcBef>
            <a:spcAft>
              <a:spcPct val="35000"/>
            </a:spcAft>
            <a:buNone/>
          </a:pPr>
          <a:r>
            <a:rPr lang="en-US" sz="1800" kern="1200" dirty="0">
              <a:latin typeface="+mn-lt"/>
            </a:rPr>
            <a:t>Output format</a:t>
          </a:r>
        </a:p>
      </dsp:txBody>
      <dsp:txXfrm>
        <a:off x="5332454" y="2636221"/>
        <a:ext cx="2982302" cy="580810"/>
      </dsp:txXfrm>
    </dsp:sp>
    <dsp:sp modelId="{086FB9B1-82B2-4197-8B33-6E7FF94F8D2E}">
      <dsp:nvSpPr>
        <dsp:cNvPr id="0" name=""/>
        <dsp:cNvSpPr/>
      </dsp:nvSpPr>
      <dsp:spPr>
        <a:xfrm>
          <a:off x="6823605" y="1887537"/>
          <a:ext cx="0" cy="717264"/>
        </a:xfrm>
        <a:prstGeom prst="line">
          <a:avLst/>
        </a:prstGeom>
        <a:noFill/>
        <a:ln w="6350" cap="flat" cmpd="sng" algn="ctr">
          <a:solidFill>
            <a:schemeClr val="accent2">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3F359E8B-7C7E-4FD9-B106-36CCBFC731D5}">
      <dsp:nvSpPr>
        <dsp:cNvPr id="0" name=""/>
        <dsp:cNvSpPr/>
      </dsp:nvSpPr>
      <dsp:spPr>
        <a:xfrm>
          <a:off x="6795292" y="1859224"/>
          <a:ext cx="56626" cy="56626"/>
        </a:xfrm>
        <a:prstGeom prst="ellips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BasicTimeline">
  <dgm:title val="Basic Timeline"/>
  <dgm:desc val="Use to show a list of events in chronological order. The rounded rectangular shape contains the description while the date is shown below on the time line. It's the perfect SmartArt for displaying large amount of text with a medium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FollowNode1">
      <dgm:alg type="sp"/>
      <dgm:choose name="ArrowShape">
        <dgm:if name="ArrowShapeLTR" func="var" arg="dir" op="equ" val="norm">
          <dgm:shape xmlns:r="http://schemas.openxmlformats.org/officeDocument/2006/relationships" type="line" r:blip="" zOrderOff="-1">
            <dgm:adjLst/>
            <dgm:extLst>
              <a:ext uri="{B698B0E9-8C71-41B9-8309-B3DCBF30829C}">
                <dgm1612:spPr xmlns:dgm1612="http://schemas.microsoft.com/office/drawing/2016/12/diagram">
                  <a:ln>
                    <a:tailEnd type="triangle" w="lg" len="lg"/>
                  </a:ln>
                </dgm1612:spPr>
              </a:ext>
            </dgm:extLst>
          </dgm:shape>
        </dgm:if>
        <dgm:else name="ArrowShapeRTL">
          <dgm:shape xmlns:r="http://schemas.openxmlformats.org/officeDocument/2006/relationships" type="line" r:blip="" zOrderOff="-1">
            <dgm:adjLst/>
            <dgm:extLst>
              <a:ext uri="{B698B0E9-8C71-41B9-8309-B3DCBF30829C}">
                <dgm1612:spPr xmlns:dgm1612="http://schemas.microsoft.com/office/drawing/2016/12/diagram">
                  <a:ln>
                    <a:headEnd type="triangle" w="lg" len="lg"/>
                  </a:ln>
                </dgm1612:spPr>
              </a:ext>
            </dgm:extLst>
          </dgm:shape>
        </dgm:else>
      </dgm:choos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presOf/>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16"/>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42"/>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t" for="ch" forName="L1TextContainer" refType="h" fact="0.537"/>
                <dgm:constr type="h" for="ch" forName="L1TextContainer" refType="h" fact="0.113"/>
                <dgm:constr type="w" for="ch" forName="L2TextContainerWrapper" refType="w"/>
                <dgm:constr type="h" for="ch" forName="L2TextContainerWrapper" refType="h" fact="0.31"/>
                <dgm:constr type="b" for="ch" forName="L2TextContainerWrapper" refType="h" fact="0.31"/>
                <dgm:constr type="w" for="ch" forName="ConnectLine"/>
                <dgm:constr type="l" for="ch" forName="ConnectLine" refType="w" fact="0.5"/>
                <dgm:constr type="h" for="ch" forName="ConnectLine" refType="h" fact="0.19"/>
                <dgm:constr type="t" for="ch" forName="ConnectLine" refType="h" fact="0.31"/>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8"/>
                <dgm:constr type="l" for="ch" forName="L1TextContainer" refType="w" fact="0.06"/>
                <dgm:constr type="t" for="ch" forName="L1TextContainer" refType="h" fact="0.35"/>
                <dgm:constr type="h" for="ch" forName="L1TextContainer" refType="h" fact="0.113"/>
                <dgm:constr type="w" for="ch" forName="L2TextContainerWrapper" refType="w"/>
                <dgm:constr type="h" for="ch" forName="L2TextContainerWrapper" refType="h" fact="0.31"/>
                <dgm:constr type="t" for="ch" forName="L2TextContainerWrapper" refType="h" fact="0.69"/>
                <dgm:constr type="w" for="ch" forName="ConnectLine"/>
                <dgm:constr type="l" for="ch" forName="ConnectLine" refType="w" fact="0.5"/>
                <dgm:constr type="h" for="ch" forName="ConnectLine" refType="h" fact="0.19"/>
                <dgm:constr type="t" for="ch" forName="ConnectLine" refType="h" fact="0.5"/>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55"/>
                  <dgm:constr type="b" for="ch" forName="L2TextContainer" refType="h"/>
                  <dgm:constr type="h" for="ch" forName="FlexibleEmptyPlaceHolder" refType="h" fact="0.45"/>
                </dgm:constrLst>
              </dgm:if>
              <dgm:else name="CaseForPlacingL2TextContaineBelowDivider">
                <dgm:constrLst>
                  <dgm:constr type="h" for="ch" forName="L2TextContainer" refType="h" fact="0.55"/>
                  <dgm:constr type="h" for="ch" forName="FlexibleEmptyPlaceHolder" refType="h" fact="0.45"/>
                  <dgm:constr type="b" for="ch" forName="FlexibleEmptyPlaceHolder" refType="h"/>
                </dgm:constrLst>
              </dgm:else>
            </dgm:choose>
            <dgm:layoutNode name="L2TextContainer" styleLbl="bgAcc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oundRect" r:blip="">
                <dgm:adjLst/>
              </dgm:shape>
              <dgm:presOf axis="des" ptType="node"/>
              <dgm:constrLst>
                <dgm:constr type="primFontSz" val="17"/>
                <dgm:constr type="lMarg" refType="primFontSz" fact="0.7"/>
                <dgm:constr type="rMarg" refType="primFontSz" fact="0.7"/>
                <dgm:constr type="tMarg" refType="primFontSz" fact="0.7"/>
                <dgm:constr type="bMarg" refType="primFontSz" fact="0.7"/>
              </dgm:constrLst>
              <dgm:ruleLst>
                <dgm:rule type="primFontSz" val="12" fact="NaN" max="NaN"/>
                <dgm:rule type="secFontSz" val="10" fact="NaN" max="NaN"/>
                <dgm:rule type="h" val="INF"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orPoint" styleLbl="alignNode1" moveWith="L2TextContainer">
            <dgm:alg type="sp"/>
            <dgm:shape xmlns:r="http://schemas.openxmlformats.org/officeDocument/2006/relationships" type="ellipse" r:blip="" zOrderOff="1">
              <dgm:adj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27E3961-5613-64C6-63C3-6085D0CDAE5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506D1F08-FF42-95F6-3130-AE63E560487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CD26A2A-0A96-0647-84E5-C82F2EFD9474}" type="datetimeFigureOut">
              <a:rPr lang="en-US" smtClean="0"/>
              <a:t>10/22/2026</a:t>
            </a:fld>
            <a:endParaRPr lang="en-US" dirty="0"/>
          </a:p>
        </p:txBody>
      </p:sp>
      <p:sp>
        <p:nvSpPr>
          <p:cNvPr id="4" name="Footer Placeholder 3">
            <a:extLst>
              <a:ext uri="{FF2B5EF4-FFF2-40B4-BE49-F238E27FC236}">
                <a16:creationId xmlns:a16="http://schemas.microsoft.com/office/drawing/2014/main" id="{4CD5B35B-A046-EC3C-A80E-3D9D12C1498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202DDE3-703C-8B4C-9506-EC0A39AACDD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B8DC1D1-B6C2-C644-8BF1-C34DBFFE1C78}" type="slidenum">
              <a:rPr lang="en-US" smtClean="0"/>
              <a:t>‹#›</a:t>
            </a:fld>
            <a:endParaRPr lang="en-US" dirty="0"/>
          </a:p>
        </p:txBody>
      </p:sp>
    </p:spTree>
    <p:extLst>
      <p:ext uri="{BB962C8B-B14F-4D97-AF65-F5344CB8AC3E}">
        <p14:creationId xmlns:p14="http://schemas.microsoft.com/office/powerpoint/2010/main" val="9334793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a:extLst>
              <a:ext uri="{FF2B5EF4-FFF2-40B4-BE49-F238E27FC236}">
                <a16:creationId xmlns:a16="http://schemas.microsoft.com/office/drawing/2014/main" id="{0D2594CA-29C5-062F-2EA7-C593B096C62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9" name="Slide Image Placeholder 8">
            <a:extLst>
              <a:ext uri="{FF2B5EF4-FFF2-40B4-BE49-F238E27FC236}">
                <a16:creationId xmlns:a16="http://schemas.microsoft.com/office/drawing/2014/main" id="{E04BB896-BA64-B358-A066-15B96D23BC88}"/>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10" name="Footer Placeholder 9">
            <a:extLst>
              <a:ext uri="{FF2B5EF4-FFF2-40B4-BE49-F238E27FC236}">
                <a16:creationId xmlns:a16="http://schemas.microsoft.com/office/drawing/2014/main" id="{5EFA2818-7747-F326-294F-EEAC9BEF6EBD}"/>
              </a:ext>
            </a:extLst>
          </p:cNvPr>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11" name="Date Placeholder 10">
            <a:extLst>
              <a:ext uri="{FF2B5EF4-FFF2-40B4-BE49-F238E27FC236}">
                <a16:creationId xmlns:a16="http://schemas.microsoft.com/office/drawing/2014/main" id="{6B76E0F0-B7F9-756A-3EA4-2114B75370E5}"/>
              </a:ext>
            </a:extLst>
          </p:cNvPr>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0CF20C-6BCC-41A4-8C16-5A346425718D}" type="datetimeFigureOut">
              <a:rPr lang="en-US" smtClean="0"/>
              <a:t>10/22/2026</a:t>
            </a:fld>
            <a:endParaRPr lang="en-US" dirty="0"/>
          </a:p>
        </p:txBody>
      </p:sp>
      <p:sp>
        <p:nvSpPr>
          <p:cNvPr id="12" name="Notes Placeholder 11">
            <a:extLst>
              <a:ext uri="{FF2B5EF4-FFF2-40B4-BE49-F238E27FC236}">
                <a16:creationId xmlns:a16="http://schemas.microsoft.com/office/drawing/2014/main" id="{5161C21F-108C-0F07-CDDD-AFB8DDBF6941}"/>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a:extLst>
              <a:ext uri="{FF2B5EF4-FFF2-40B4-BE49-F238E27FC236}">
                <a16:creationId xmlns:a16="http://schemas.microsoft.com/office/drawing/2014/main" id="{A507CBA7-2A1E-725E-35DA-D1CFF08EC633}"/>
              </a:ext>
            </a:extLst>
          </p:cNvPr>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60679C-80C7-4E7D-9614-ABA41C5B2858}" type="slidenum">
              <a:rPr lang="en-US" smtClean="0"/>
              <a:t>‹#›</a:t>
            </a:fld>
            <a:endParaRPr lang="en-US" dirty="0"/>
          </a:p>
        </p:txBody>
      </p:sp>
    </p:spTree>
    <p:extLst>
      <p:ext uri="{BB962C8B-B14F-4D97-AF65-F5344CB8AC3E}">
        <p14:creationId xmlns:p14="http://schemas.microsoft.com/office/powerpoint/2010/main" val="4226651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1</a:t>
            </a:fld>
            <a:endParaRPr lang="en-US" altLang="zh-CN" noProof="0" dirty="0"/>
          </a:p>
        </p:txBody>
      </p:sp>
    </p:spTree>
    <p:extLst>
      <p:ext uri="{BB962C8B-B14F-4D97-AF65-F5344CB8AC3E}">
        <p14:creationId xmlns:p14="http://schemas.microsoft.com/office/powerpoint/2010/main" val="6815932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smtClean="0"/>
              <a:t>8</a:t>
            </a:fld>
            <a:endParaRPr lang="en-US" altLang="zh-CN" dirty="0"/>
          </a:p>
        </p:txBody>
      </p:sp>
    </p:spTree>
    <p:extLst>
      <p:ext uri="{BB962C8B-B14F-4D97-AF65-F5344CB8AC3E}">
        <p14:creationId xmlns:p14="http://schemas.microsoft.com/office/powerpoint/2010/main" val="28809061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9</a:t>
            </a:fld>
            <a:endParaRPr lang="en-US" altLang="zh-CN" noProof="0" dirty="0"/>
          </a:p>
        </p:txBody>
      </p:sp>
    </p:spTree>
    <p:extLst>
      <p:ext uri="{BB962C8B-B14F-4D97-AF65-F5344CB8AC3E}">
        <p14:creationId xmlns:p14="http://schemas.microsoft.com/office/powerpoint/2010/main" val="13774609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11</a:t>
            </a:fld>
            <a:endParaRPr lang="en-US" altLang="zh-CN" noProof="0" dirty="0"/>
          </a:p>
        </p:txBody>
      </p:sp>
    </p:spTree>
    <p:extLst>
      <p:ext uri="{BB962C8B-B14F-4D97-AF65-F5344CB8AC3E}">
        <p14:creationId xmlns:p14="http://schemas.microsoft.com/office/powerpoint/2010/main" val="20938003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smtClean="0"/>
              <a:t>15</a:t>
            </a:fld>
            <a:endParaRPr lang="en-US" altLang="zh-CN" dirty="0"/>
          </a:p>
        </p:txBody>
      </p:sp>
    </p:spTree>
    <p:extLst>
      <p:ext uri="{BB962C8B-B14F-4D97-AF65-F5344CB8AC3E}">
        <p14:creationId xmlns:p14="http://schemas.microsoft.com/office/powerpoint/2010/main" val="24243314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36</a:t>
            </a:fld>
            <a:endParaRPr lang="en-US" altLang="zh-CN" noProof="0" dirty="0"/>
          </a:p>
        </p:txBody>
      </p:sp>
    </p:spTree>
    <p:extLst>
      <p:ext uri="{BB962C8B-B14F-4D97-AF65-F5344CB8AC3E}">
        <p14:creationId xmlns:p14="http://schemas.microsoft.com/office/powerpoint/2010/main" val="118182007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with Image">
    <p:bg>
      <p:bgPr>
        <a:solidFill>
          <a:schemeClr val="accent6"/>
        </a:solidFill>
        <a:effectLst/>
      </p:bgPr>
    </p:bg>
    <p:spTree>
      <p:nvGrpSpPr>
        <p:cNvPr id="1" name=""/>
        <p:cNvGrpSpPr/>
        <p:nvPr/>
      </p:nvGrpSpPr>
      <p:grpSpPr>
        <a:xfrm>
          <a:off x="0" y="0"/>
          <a:ext cx="0" cy="0"/>
          <a:chOff x="0" y="0"/>
          <a:chExt cx="0" cy="0"/>
        </a:xfrm>
      </p:grpSpPr>
      <p:pic>
        <p:nvPicPr>
          <p:cNvPr id="13" name="Shape 33">
            <a:extLst>
              <a:ext uri="{FF2B5EF4-FFF2-40B4-BE49-F238E27FC236}">
                <a16:creationId xmlns:a16="http://schemas.microsoft.com/office/drawing/2014/main" id="{4D81E37E-7366-D88D-83B8-BBA577CA462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Lst>
          </a:blip>
          <a:srcRect/>
          <a:stretch>
            <a:fillRect/>
          </a:stretch>
        </p:blipFill>
        <p:spPr>
          <a:xfrm>
            <a:off x="9897686" y="1064464"/>
            <a:ext cx="1570617" cy="17968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pic>
        <p:nvPicPr>
          <p:cNvPr id="12" name="Shape 31">
            <a:extLst>
              <a:ext uri="{FF2B5EF4-FFF2-40B4-BE49-F238E27FC236}">
                <a16:creationId xmlns:a16="http://schemas.microsoft.com/office/drawing/2014/main" id="{A2E096B7-3B4F-355B-58E5-41784AC8BE29}"/>
              </a:ext>
              <a:ext uri="{C183D7F6-B498-43B3-948B-1728B52AA6E4}">
                <adec:decorative xmlns:adec="http://schemas.microsoft.com/office/drawing/2017/decorative" val="1"/>
              </a:ext>
            </a:extLst>
          </p:cNvPr>
          <p:cNvPicPr>
            <a:picLocks noChangeAspect="1"/>
          </p:cNvPicPr>
          <p:nvPr userDrawn="1"/>
        </p:nvPicPr>
        <p:blipFill>
          <a:blip r:embed="rId3" cstate="print">
            <a:extLst>
              <a:ext uri="{28A0092B-C50C-407E-A947-70E740481C1C}">
                <a14:useLocalDpi xmlns:a14="http://schemas.microsoft.com/office/drawing/2010/main"/>
              </a:ext>
            </a:extLst>
          </a:blip>
          <a:srcRect t="2555" b="2555"/>
          <a:stretch>
            <a:fillRect/>
          </a:stretch>
        </p:blipFill>
        <p:spPr>
          <a:xfrm>
            <a:off x="6284315" y="3984454"/>
            <a:ext cx="1570617" cy="17968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sp>
        <p:nvSpPr>
          <p:cNvPr id="3" name="Title 2">
            <a:extLst>
              <a:ext uri="{FF2B5EF4-FFF2-40B4-BE49-F238E27FC236}">
                <a16:creationId xmlns:a16="http://schemas.microsoft.com/office/drawing/2014/main" id="{7EC2501B-DEA6-190E-3633-E32F635B7CE1}"/>
              </a:ext>
            </a:extLst>
          </p:cNvPr>
          <p:cNvSpPr>
            <a:spLocks noGrp="1"/>
          </p:cNvSpPr>
          <p:nvPr>
            <p:ph type="title"/>
          </p:nvPr>
        </p:nvSpPr>
        <p:spPr>
          <a:xfrm>
            <a:off x="1144292" y="731520"/>
            <a:ext cx="5029200" cy="3291840"/>
          </a:xfrm>
        </p:spPr>
        <p:txBody>
          <a:bodyPr anchor="b">
            <a:normAutofit/>
          </a:bodyPr>
          <a:lstStyle>
            <a:lvl1pPr>
              <a:defRPr sz="4800"/>
            </a:lvl1pPr>
          </a:lstStyle>
          <a:p>
            <a:r>
              <a:rPr lang="en-US" noProof="0"/>
              <a:t>Click to edit Master title style</a:t>
            </a:r>
            <a:endParaRPr lang="en-US" noProof="0" dirty="0"/>
          </a:p>
        </p:txBody>
      </p:sp>
      <p:cxnSp>
        <p:nvCxnSpPr>
          <p:cNvPr id="24" name="Straight Connector 2">
            <a:extLst>
              <a:ext uri="{FF2B5EF4-FFF2-40B4-BE49-F238E27FC236}">
                <a16:creationId xmlns:a16="http://schemas.microsoft.com/office/drawing/2014/main" id="{F1FCCFDB-D985-4322-AC87-F69214893708}"/>
              </a:ext>
            </a:extLst>
          </p:cNvPr>
          <p:cNvCxnSpPr/>
          <p:nvPr userDrawn="1"/>
        </p:nvCxnSpPr>
        <p:spPr>
          <a:xfrm>
            <a:off x="1168533" y="4172084"/>
            <a:ext cx="0" cy="760288"/>
          </a:xfrm>
          <a:prstGeom prst="line">
            <a:avLst/>
          </a:prstGeom>
          <a:noFill/>
          <a:ln w="19050" cap="flat" cmpd="sng" algn="ctr">
            <a:solidFill>
              <a:srgbClr val="D84400"/>
            </a:solidFill>
            <a:prstDash val="solid"/>
            <a:miter lim="800000"/>
          </a:ln>
          <a:effectLst/>
        </p:spPr>
      </p:cxnSp>
      <p:sp>
        <p:nvSpPr>
          <p:cNvPr id="27" name="Content placeholder 47" descr="Click icon to add picture">
            <a:extLst>
              <a:ext uri="{FF2B5EF4-FFF2-40B4-BE49-F238E27FC236}">
                <a16:creationId xmlns:a16="http://schemas.microsoft.com/office/drawing/2014/main" id="{EA8265B5-83C5-4AE9-88AB-3F2443B57F00}"/>
              </a:ext>
            </a:extLst>
          </p:cNvPr>
          <p:cNvSpPr>
            <a:spLocks noGrp="1"/>
          </p:cNvSpPr>
          <p:nvPr>
            <p:ph type="body" sz="quarter" idx="28"/>
          </p:nvPr>
        </p:nvSpPr>
        <p:spPr>
          <a:xfrm>
            <a:off x="1260894" y="4172084"/>
            <a:ext cx="4912598" cy="914400"/>
          </a:xfrm>
          <a:prstGeom prst="rect">
            <a:avLst/>
          </a:prstGeom>
        </p:spPr>
        <p:txBody>
          <a:bodyPr>
            <a:normAutofit/>
          </a:bodyPr>
          <a:lstStyle>
            <a:lvl1pPr marL="0" indent="0">
              <a:lnSpc>
                <a:spcPct val="100000"/>
              </a:lnSpc>
              <a:buNone/>
              <a:defRPr sz="2000" b="0">
                <a:solidFill>
                  <a:schemeClr val="bg1"/>
                </a:solidFill>
              </a:defRPr>
            </a:lvl1pPr>
            <a:lvl2pPr>
              <a:defRPr sz="1000"/>
            </a:lvl2pPr>
            <a:lvl3pPr>
              <a:defRPr sz="900"/>
            </a:lvl3pPr>
            <a:lvl4pPr>
              <a:defRPr sz="800"/>
            </a:lvl4pPr>
            <a:lvl5pPr>
              <a:defRPr sz="800"/>
            </a:lvl5pPr>
          </a:lstStyle>
          <a:p>
            <a:pPr lvl="0"/>
            <a:endParaRPr lang="en-US" altLang="zh-CN" noProof="0" dirty="0"/>
          </a:p>
        </p:txBody>
      </p:sp>
      <p:sp>
        <p:nvSpPr>
          <p:cNvPr id="47" name="Content placeholder 47">
            <a:extLst>
              <a:ext uri="{FF2B5EF4-FFF2-40B4-BE49-F238E27FC236}">
                <a16:creationId xmlns:a16="http://schemas.microsoft.com/office/drawing/2014/main" id="{0FFAAB58-ABE4-41AC-B94E-432936CE0301}"/>
              </a:ext>
            </a:extLst>
          </p:cNvPr>
          <p:cNvSpPr>
            <a:spLocks noGrp="1"/>
          </p:cNvSpPr>
          <p:nvPr>
            <p:ph type="pic" sz="quarter" idx="47" hasCustomPrompt="1"/>
          </p:nvPr>
        </p:nvSpPr>
        <p:spPr>
          <a:xfrm>
            <a:off x="6742557" y="821836"/>
            <a:ext cx="4405503" cy="5066346"/>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a:solidFill>
                  <a:schemeClr val="bg1"/>
                </a:solidFill>
              </a:defRPr>
            </a:lvl1pPr>
          </a:lstStyle>
          <a:p>
            <a:r>
              <a:rPr lang="en-US" altLang="zh-CN" noProof="0" dirty="0"/>
              <a:t>Click icon to add picture≈≈</a:t>
            </a:r>
          </a:p>
        </p:txBody>
      </p:sp>
      <p:sp>
        <p:nvSpPr>
          <p:cNvPr id="9" name="Freeform: Shape 11">
            <a:extLst>
              <a:ext uri="{FF2B5EF4-FFF2-40B4-BE49-F238E27FC236}">
                <a16:creationId xmlns:a16="http://schemas.microsoft.com/office/drawing/2014/main" id="{9ECA281C-F2CB-AE9D-DCD6-F94D3FEE2E67}"/>
              </a:ext>
            </a:extLst>
          </p:cNvPr>
          <p:cNvSpPr/>
          <p:nvPr userDrawn="1"/>
        </p:nvSpPr>
        <p:spPr>
          <a:xfrm>
            <a:off x="7441324" y="5568778"/>
            <a:ext cx="829927" cy="949454"/>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Tree>
    <p:extLst>
      <p:ext uri="{BB962C8B-B14F-4D97-AF65-F5344CB8AC3E}">
        <p14:creationId xmlns:p14="http://schemas.microsoft.com/office/powerpoint/2010/main" val="3496649517"/>
      </p:ext>
    </p:extLst>
  </p:cSld>
  <p:clrMapOvr>
    <a:masterClrMapping/>
  </p:clrMapOvr>
  <p:extLst>
    <p:ext uri="{DCECCB84-F9BA-43D5-87BE-67443E8EF086}">
      <p15:sldGuideLst xmlns:p15="http://schemas.microsoft.com/office/powerpoint/2012/main">
        <p15:guide id="1" pos="528">
          <p15:clr>
            <a:srgbClr val="FBAE40"/>
          </p15:clr>
        </p15:guide>
        <p15:guide id="2" orient="horz" pos="52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5518B595-5A04-0768-52B1-73F11E4754EA}"/>
              </a:ext>
            </a:extLst>
          </p:cNvPr>
          <p:cNvSpPr>
            <a:spLocks noGrp="1"/>
          </p:cNvSpPr>
          <p:nvPr>
            <p:ph type="title"/>
          </p:nvPr>
        </p:nvSpPr>
        <p:spPr>
          <a:xfrm>
            <a:off x="914400" y="3429000"/>
            <a:ext cx="4206240" cy="2377440"/>
          </a:xfrm>
        </p:spPr>
        <p:txBody>
          <a:bodyPr anchor="t">
            <a:noAutofit/>
          </a:bodyPr>
          <a:lstStyle>
            <a:lvl1pPr>
              <a:defRPr sz="3600"/>
            </a:lvl1pPr>
          </a:lstStyle>
          <a:p>
            <a:r>
              <a:rPr lang="en-US" noProof="0"/>
              <a:t>Click to edit Master title style</a:t>
            </a:r>
            <a:endParaRPr lang="en-US" noProof="0" dirty="0"/>
          </a:p>
        </p:txBody>
      </p:sp>
      <p:sp>
        <p:nvSpPr>
          <p:cNvPr id="6" name="Content Placeholder 4">
            <a:extLst>
              <a:ext uri="{FF2B5EF4-FFF2-40B4-BE49-F238E27FC236}">
                <a16:creationId xmlns:a16="http://schemas.microsoft.com/office/drawing/2014/main" id="{73CCCCFD-E0FE-BDB7-CF9D-FCA345E6BA55}"/>
              </a:ext>
            </a:extLst>
          </p:cNvPr>
          <p:cNvSpPr>
            <a:spLocks noGrp="1"/>
          </p:cNvSpPr>
          <p:nvPr>
            <p:ph sz="quarter" idx="35"/>
          </p:nvPr>
        </p:nvSpPr>
        <p:spPr>
          <a:xfrm>
            <a:off x="5394325" y="3429000"/>
            <a:ext cx="3475038" cy="2378075"/>
          </a:xfrm>
        </p:spPr>
        <p:txBody>
          <a:bodyPr anchor="ctr"/>
          <a:lstStyle>
            <a:lvl1pPr marL="347472">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reeform: Shape 4">
            <a:extLst>
              <a:ext uri="{FF2B5EF4-FFF2-40B4-BE49-F238E27FC236}">
                <a16:creationId xmlns:a16="http://schemas.microsoft.com/office/drawing/2014/main" id="{AE722AFD-22D7-4BD8-B055-3867C3800E16}"/>
              </a:ext>
            </a:extLst>
          </p:cNvPr>
          <p:cNvSpPr/>
          <p:nvPr userDrawn="1"/>
        </p:nvSpPr>
        <p:spPr>
          <a:xfrm>
            <a:off x="6282845" y="525294"/>
            <a:ext cx="1913128" cy="214008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3" name="Freeform: Shape 12">
            <a:extLst>
              <a:ext uri="{FF2B5EF4-FFF2-40B4-BE49-F238E27FC236}">
                <a16:creationId xmlns:a16="http://schemas.microsoft.com/office/drawing/2014/main" id="{5D0355E4-3980-42A9-9376-74163520D39D}"/>
              </a:ext>
            </a:extLst>
          </p:cNvPr>
          <p:cNvSpPr/>
          <p:nvPr userDrawn="1"/>
        </p:nvSpPr>
        <p:spPr>
          <a:xfrm>
            <a:off x="8375472" y="496110"/>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6" name="Freeform: Shape 15">
            <a:extLst>
              <a:ext uri="{FF2B5EF4-FFF2-40B4-BE49-F238E27FC236}">
                <a16:creationId xmlns:a16="http://schemas.microsoft.com/office/drawing/2014/main" id="{B9D430ED-A815-4274-966C-8192C4230569}"/>
              </a:ext>
            </a:extLst>
          </p:cNvPr>
          <p:cNvSpPr/>
          <p:nvPr userDrawn="1"/>
        </p:nvSpPr>
        <p:spPr>
          <a:xfrm>
            <a:off x="9403474" y="2310314"/>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29" name="Freeform 28">
            <a:extLst>
              <a:ext uri="{FF2B5EF4-FFF2-40B4-BE49-F238E27FC236}">
                <a16:creationId xmlns:a16="http://schemas.microsoft.com/office/drawing/2014/main" id="{0B88ADED-0863-78D3-7710-E131932E965F}"/>
              </a:ext>
            </a:extLst>
          </p:cNvPr>
          <p:cNvSpPr/>
          <p:nvPr userDrawn="1"/>
        </p:nvSpPr>
        <p:spPr>
          <a:xfrm>
            <a:off x="10460480" y="505838"/>
            <a:ext cx="1731521" cy="2159541"/>
          </a:xfrm>
          <a:custGeom>
            <a:avLst/>
            <a:gdLst>
              <a:gd name="connsiteX0" fmla="*/ 953758 w 1731521"/>
              <a:gd name="connsiteY0" fmla="*/ 0 h 2159541"/>
              <a:gd name="connsiteX1" fmla="*/ 1731521 w 1731521"/>
              <a:gd name="connsiteY1" fmla="*/ 438909 h 2159541"/>
              <a:gd name="connsiteX2" fmla="*/ 1731521 w 1731521"/>
              <a:gd name="connsiteY2" fmla="*/ 1724628 h 2159541"/>
              <a:gd name="connsiteX3" fmla="*/ 956364 w 1731521"/>
              <a:gd name="connsiteY3" fmla="*/ 2159541 h 2159541"/>
              <a:gd name="connsiteX4" fmla="*/ 0 w 1731521"/>
              <a:gd name="connsiteY4" fmla="*/ 1623503 h 2159541"/>
              <a:gd name="connsiteX5" fmla="*/ 0 w 1731521"/>
              <a:gd name="connsiteY5" fmla="*/ 543733 h 215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31521" h="2159541">
                <a:moveTo>
                  <a:pt x="953758" y="0"/>
                </a:moveTo>
                <a:lnTo>
                  <a:pt x="1731521" y="438909"/>
                </a:lnTo>
                <a:lnTo>
                  <a:pt x="1731521" y="1724628"/>
                </a:lnTo>
                <a:lnTo>
                  <a:pt x="956364" y="2159541"/>
                </a:lnTo>
                <a:lnTo>
                  <a:pt x="0" y="1623503"/>
                </a:lnTo>
                <a:lnTo>
                  <a:pt x="0" y="543733"/>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8" name="Freeform 27">
            <a:extLst>
              <a:ext uri="{FF2B5EF4-FFF2-40B4-BE49-F238E27FC236}">
                <a16:creationId xmlns:a16="http://schemas.microsoft.com/office/drawing/2014/main" id="{32435EB1-8BEE-9EEE-D9E4-E53D56B7E09C}"/>
              </a:ext>
            </a:extLst>
          </p:cNvPr>
          <p:cNvSpPr/>
          <p:nvPr userDrawn="1"/>
        </p:nvSpPr>
        <p:spPr>
          <a:xfrm>
            <a:off x="11498097" y="2436654"/>
            <a:ext cx="698022" cy="1868948"/>
          </a:xfrm>
          <a:custGeom>
            <a:avLst/>
            <a:gdLst>
              <a:gd name="connsiteX0" fmla="*/ 698022 w 698022"/>
              <a:gd name="connsiteY0" fmla="*/ 0 h 1868948"/>
              <a:gd name="connsiteX1" fmla="*/ 698022 w 698022"/>
              <a:gd name="connsiteY1" fmla="*/ 1868948 h 1868948"/>
              <a:gd name="connsiteX2" fmla="*/ 0 w 698022"/>
              <a:gd name="connsiteY2" fmla="*/ 1477709 h 1868948"/>
              <a:gd name="connsiteX3" fmla="*/ 0 w 698022"/>
              <a:gd name="connsiteY3" fmla="*/ 397939 h 1868948"/>
            </a:gdLst>
            <a:ahLst/>
            <a:cxnLst>
              <a:cxn ang="0">
                <a:pos x="connsiteX0" y="connsiteY0"/>
              </a:cxn>
              <a:cxn ang="0">
                <a:pos x="connsiteX1" y="connsiteY1"/>
              </a:cxn>
              <a:cxn ang="0">
                <a:pos x="connsiteX2" y="connsiteY2"/>
              </a:cxn>
              <a:cxn ang="0">
                <a:pos x="connsiteX3" y="connsiteY3"/>
              </a:cxn>
            </a:cxnLst>
            <a:rect l="l" t="t" r="r" b="b"/>
            <a:pathLst>
              <a:path w="698022" h="1868948">
                <a:moveTo>
                  <a:pt x="698022" y="0"/>
                </a:moveTo>
                <a:lnTo>
                  <a:pt x="698022" y="1868948"/>
                </a:lnTo>
                <a:lnTo>
                  <a:pt x="0" y="1477709"/>
                </a:lnTo>
                <a:lnTo>
                  <a:pt x="0" y="397939"/>
                </a:ln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0" name="Freeform 29">
            <a:extLst>
              <a:ext uri="{FF2B5EF4-FFF2-40B4-BE49-F238E27FC236}">
                <a16:creationId xmlns:a16="http://schemas.microsoft.com/office/drawing/2014/main" id="{2692688E-3654-181E-6244-F2CED7612746}"/>
              </a:ext>
            </a:extLst>
          </p:cNvPr>
          <p:cNvSpPr/>
          <p:nvPr userDrawn="1"/>
        </p:nvSpPr>
        <p:spPr>
          <a:xfrm>
            <a:off x="10460480" y="4114794"/>
            <a:ext cx="1731521" cy="2159541"/>
          </a:xfrm>
          <a:custGeom>
            <a:avLst/>
            <a:gdLst>
              <a:gd name="connsiteX0" fmla="*/ 953758 w 1731521"/>
              <a:gd name="connsiteY0" fmla="*/ 0 h 2159541"/>
              <a:gd name="connsiteX1" fmla="*/ 1731521 w 1731521"/>
              <a:gd name="connsiteY1" fmla="*/ 438909 h 2159541"/>
              <a:gd name="connsiteX2" fmla="*/ 1731521 w 1731521"/>
              <a:gd name="connsiteY2" fmla="*/ 1724629 h 2159541"/>
              <a:gd name="connsiteX3" fmla="*/ 956364 w 1731521"/>
              <a:gd name="connsiteY3" fmla="*/ 2159541 h 2159541"/>
              <a:gd name="connsiteX4" fmla="*/ 0 w 1731521"/>
              <a:gd name="connsiteY4" fmla="*/ 1623503 h 2159541"/>
              <a:gd name="connsiteX5" fmla="*/ 0 w 1731521"/>
              <a:gd name="connsiteY5" fmla="*/ 543733 h 215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31521" h="2159541">
                <a:moveTo>
                  <a:pt x="953758" y="0"/>
                </a:moveTo>
                <a:lnTo>
                  <a:pt x="1731521" y="438909"/>
                </a:lnTo>
                <a:lnTo>
                  <a:pt x="1731521" y="1724629"/>
                </a:lnTo>
                <a:lnTo>
                  <a:pt x="956364" y="2159541"/>
                </a:lnTo>
                <a:lnTo>
                  <a:pt x="0" y="1623503"/>
                </a:lnTo>
                <a:lnTo>
                  <a:pt x="0" y="543733"/>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 name="Footer Placeholder 1">
            <a:extLst>
              <a:ext uri="{FF2B5EF4-FFF2-40B4-BE49-F238E27FC236}">
                <a16:creationId xmlns:a16="http://schemas.microsoft.com/office/drawing/2014/main" id="{D6B1A7E0-D0BF-7FCA-D296-94BFC0D611C5}"/>
              </a:ext>
            </a:extLst>
          </p:cNvPr>
          <p:cNvSpPr>
            <a:spLocks noGrp="1"/>
          </p:cNvSpPr>
          <p:nvPr>
            <p:ph type="ftr" sz="quarter" idx="33"/>
          </p:nvPr>
        </p:nvSpPr>
        <p:spPr/>
        <p:txBody>
          <a:bodyPr/>
          <a:lstStyle/>
          <a:p>
            <a:endParaRPr lang="en-US" noProof="0" dirty="0"/>
          </a:p>
        </p:txBody>
      </p:sp>
      <p:sp>
        <p:nvSpPr>
          <p:cNvPr id="3" name="Slide Number Placeholder 2">
            <a:extLst>
              <a:ext uri="{FF2B5EF4-FFF2-40B4-BE49-F238E27FC236}">
                <a16:creationId xmlns:a16="http://schemas.microsoft.com/office/drawing/2014/main" id="{FCAC10D1-DF42-8734-0793-84312B963E62}"/>
              </a:ext>
            </a:extLst>
          </p:cNvPr>
          <p:cNvSpPr>
            <a:spLocks noGrp="1"/>
          </p:cNvSpPr>
          <p:nvPr>
            <p:ph type="sldNum" sz="quarter" idx="34"/>
          </p:nvPr>
        </p:nvSpPr>
        <p:spPr/>
        <p:txBody>
          <a:bodyPr/>
          <a:lstStyle/>
          <a:p>
            <a:fld id="{47FEACEE-25B4-4A2D-B147-27296E36371D}" type="slidenum">
              <a:rPr lang="en-US" altLang="zh-CN" noProof="0" smtClean="0"/>
              <a:pPr/>
              <a:t>‹#›</a:t>
            </a:fld>
            <a:endParaRPr lang="en-US" altLang="zh-CN" noProof="0" dirty="0"/>
          </a:p>
        </p:txBody>
      </p:sp>
      <p:sp>
        <p:nvSpPr>
          <p:cNvPr id="8" name="Freeform 7">
            <a:extLst>
              <a:ext uri="{FF2B5EF4-FFF2-40B4-BE49-F238E27FC236}">
                <a16:creationId xmlns:a16="http://schemas.microsoft.com/office/drawing/2014/main" id="{24C8F37E-3F74-F3FA-C9D8-7083DF2BBECC}"/>
              </a:ext>
            </a:extLst>
          </p:cNvPr>
          <p:cNvSpPr/>
          <p:nvPr userDrawn="1"/>
        </p:nvSpPr>
        <p:spPr>
          <a:xfrm>
            <a:off x="7325349" y="0"/>
            <a:ext cx="1911968" cy="866964"/>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8">
            <a:extLst>
              <a:ext uri="{FF2B5EF4-FFF2-40B4-BE49-F238E27FC236}">
                <a16:creationId xmlns:a16="http://schemas.microsoft.com/office/drawing/2014/main" id="{FB905CE6-1C2F-E053-4D14-6B86F4EFDC10}"/>
              </a:ext>
            </a:extLst>
          </p:cNvPr>
          <p:cNvSpPr/>
          <p:nvPr userDrawn="1"/>
        </p:nvSpPr>
        <p:spPr>
          <a:xfrm>
            <a:off x="9416816" y="0"/>
            <a:ext cx="1911968" cy="866964"/>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Shape 12">
            <a:extLst>
              <a:ext uri="{FF2B5EF4-FFF2-40B4-BE49-F238E27FC236}">
                <a16:creationId xmlns:a16="http://schemas.microsoft.com/office/drawing/2014/main" id="{0B2D3BF4-495E-23C2-9911-15BC9E0D8EA7}"/>
              </a:ext>
            </a:extLst>
          </p:cNvPr>
          <p:cNvSpPr/>
          <p:nvPr userDrawn="1"/>
        </p:nvSpPr>
        <p:spPr>
          <a:xfrm>
            <a:off x="1571157" y="505838"/>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8" name="Freeform 17">
            <a:extLst>
              <a:ext uri="{FF2B5EF4-FFF2-40B4-BE49-F238E27FC236}">
                <a16:creationId xmlns:a16="http://schemas.microsoft.com/office/drawing/2014/main" id="{62629C19-89EB-BC19-9230-7F7675E16EFF}"/>
              </a:ext>
            </a:extLst>
          </p:cNvPr>
          <p:cNvSpPr/>
          <p:nvPr userDrawn="1"/>
        </p:nvSpPr>
        <p:spPr>
          <a:xfrm>
            <a:off x="521034" y="0"/>
            <a:ext cx="1911968" cy="866964"/>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2"/>
          </a:solidFill>
          <a:ln w="190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1143481105"/>
      </p:ext>
    </p:extLst>
  </p:cSld>
  <p:clrMapOvr>
    <a:masterClrMapping/>
  </p:clrMapOvr>
  <p:extLst>
    <p:ext uri="{DCECCB84-F9BA-43D5-87BE-67443E8EF086}">
      <p15:sldGuideLst xmlns:p15="http://schemas.microsoft.com/office/powerpoint/2012/main">
        <p15:guide id="1" orient="horz" pos="528">
          <p15:clr>
            <a:srgbClr val="FBAE40"/>
          </p15:clr>
        </p15:guide>
        <p15:guide id="2" pos="504"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6"/>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EC2501B-DEA6-190E-3633-E32F635B7CE1}"/>
              </a:ext>
            </a:extLst>
          </p:cNvPr>
          <p:cNvSpPr>
            <a:spLocks noGrp="1"/>
          </p:cNvSpPr>
          <p:nvPr>
            <p:ph type="title"/>
          </p:nvPr>
        </p:nvSpPr>
        <p:spPr>
          <a:xfrm>
            <a:off x="5998464" y="731520"/>
            <a:ext cx="5029200" cy="3291840"/>
          </a:xfrm>
        </p:spPr>
        <p:txBody>
          <a:bodyPr anchor="b">
            <a:normAutofit/>
          </a:bodyPr>
          <a:lstStyle/>
          <a:p>
            <a:r>
              <a:rPr lang="en-US" noProof="0"/>
              <a:t>Click to edit Master title style</a:t>
            </a:r>
            <a:endParaRPr lang="en-US" noProof="0" dirty="0"/>
          </a:p>
        </p:txBody>
      </p:sp>
      <p:sp>
        <p:nvSpPr>
          <p:cNvPr id="27" name="Content placeholder 47" descr="Click icon to add picture">
            <a:extLst>
              <a:ext uri="{FF2B5EF4-FFF2-40B4-BE49-F238E27FC236}">
                <a16:creationId xmlns:a16="http://schemas.microsoft.com/office/drawing/2014/main" id="{EA8265B5-83C5-4AE9-88AB-3F2443B57F00}"/>
              </a:ext>
            </a:extLst>
          </p:cNvPr>
          <p:cNvSpPr>
            <a:spLocks noGrp="1"/>
          </p:cNvSpPr>
          <p:nvPr>
            <p:ph type="body" sz="quarter" idx="28"/>
          </p:nvPr>
        </p:nvSpPr>
        <p:spPr>
          <a:xfrm>
            <a:off x="6117336" y="4172084"/>
            <a:ext cx="4910328" cy="1005840"/>
          </a:xfrm>
          <a:prstGeom prst="rect">
            <a:avLst/>
          </a:prstGeom>
        </p:spPr>
        <p:txBody>
          <a:bodyPr>
            <a:normAutofit/>
          </a:bodyPr>
          <a:lstStyle>
            <a:lvl1pPr marL="0" indent="0">
              <a:lnSpc>
                <a:spcPct val="100000"/>
              </a:lnSpc>
              <a:buNone/>
              <a:defRPr sz="1800" b="0">
                <a:solidFill>
                  <a:schemeClr val="bg1"/>
                </a:solidFill>
              </a:defRPr>
            </a:lvl1pPr>
            <a:lvl2pPr>
              <a:defRPr sz="1000"/>
            </a:lvl2pPr>
            <a:lvl3pPr>
              <a:defRPr sz="900"/>
            </a:lvl3pPr>
            <a:lvl4pPr>
              <a:defRPr sz="800"/>
            </a:lvl4pPr>
            <a:lvl5pPr>
              <a:defRPr sz="800"/>
            </a:lvl5pPr>
          </a:lstStyle>
          <a:p>
            <a:pPr lvl="0"/>
            <a:endParaRPr lang="en-US" altLang="zh-CN" noProof="0" dirty="0"/>
          </a:p>
        </p:txBody>
      </p:sp>
      <p:sp>
        <p:nvSpPr>
          <p:cNvPr id="2" name="Freeform: Shape 5">
            <a:extLst>
              <a:ext uri="{FF2B5EF4-FFF2-40B4-BE49-F238E27FC236}">
                <a16:creationId xmlns:a16="http://schemas.microsoft.com/office/drawing/2014/main" id="{B17C1EC9-3787-8D41-B5F1-BF16FD5C7ACB}"/>
              </a:ext>
            </a:extLst>
          </p:cNvPr>
          <p:cNvSpPr/>
          <p:nvPr userDrawn="1"/>
        </p:nvSpPr>
        <p:spPr>
          <a:xfrm>
            <a:off x="3843559" y="722518"/>
            <a:ext cx="1244907" cy="140525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4" name="Freeform: Shape 6">
            <a:extLst>
              <a:ext uri="{FF2B5EF4-FFF2-40B4-BE49-F238E27FC236}">
                <a16:creationId xmlns:a16="http://schemas.microsoft.com/office/drawing/2014/main" id="{E945D8B2-8BED-B43F-8D56-AB19D0D29970}"/>
              </a:ext>
            </a:extLst>
          </p:cNvPr>
          <p:cNvSpPr/>
          <p:nvPr userDrawn="1"/>
        </p:nvSpPr>
        <p:spPr>
          <a:xfrm>
            <a:off x="1223929" y="1436914"/>
            <a:ext cx="2857005" cy="326977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600" noProof="0" dirty="0"/>
          </a:p>
        </p:txBody>
      </p:sp>
      <p:sp>
        <p:nvSpPr>
          <p:cNvPr id="5" name="Freeform: Shape 7">
            <a:extLst>
              <a:ext uri="{FF2B5EF4-FFF2-40B4-BE49-F238E27FC236}">
                <a16:creationId xmlns:a16="http://schemas.microsoft.com/office/drawing/2014/main" id="{3853EA5E-735A-20F3-684A-C0AD030EC2D4}"/>
              </a:ext>
            </a:extLst>
          </p:cNvPr>
          <p:cNvSpPr/>
          <p:nvPr userDrawn="1"/>
        </p:nvSpPr>
        <p:spPr>
          <a:xfrm>
            <a:off x="758702" y="3457554"/>
            <a:ext cx="1208037" cy="138175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6" name="Freeform: Shape 11">
            <a:extLst>
              <a:ext uri="{FF2B5EF4-FFF2-40B4-BE49-F238E27FC236}">
                <a16:creationId xmlns:a16="http://schemas.microsoft.com/office/drawing/2014/main" id="{75DB4848-0824-8316-ED27-44DF37AD6F3D}"/>
              </a:ext>
            </a:extLst>
          </p:cNvPr>
          <p:cNvSpPr/>
          <p:nvPr userDrawn="1"/>
        </p:nvSpPr>
        <p:spPr>
          <a:xfrm>
            <a:off x="2917915" y="4662164"/>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cxnSp>
        <p:nvCxnSpPr>
          <p:cNvPr id="7" name="Straight Connector 2">
            <a:extLst>
              <a:ext uri="{FF2B5EF4-FFF2-40B4-BE49-F238E27FC236}">
                <a16:creationId xmlns:a16="http://schemas.microsoft.com/office/drawing/2014/main" id="{8784B377-2FE4-4091-C29F-46938ECFA73E}"/>
              </a:ext>
            </a:extLst>
          </p:cNvPr>
          <p:cNvCxnSpPr/>
          <p:nvPr userDrawn="1"/>
        </p:nvCxnSpPr>
        <p:spPr>
          <a:xfrm>
            <a:off x="5998709" y="4172084"/>
            <a:ext cx="0" cy="760288"/>
          </a:xfrm>
          <a:prstGeom prst="line">
            <a:avLst/>
          </a:prstGeom>
          <a:noFill/>
          <a:ln w="19050" cap="flat" cmpd="sng" algn="ctr">
            <a:solidFill>
              <a:srgbClr val="D84400"/>
            </a:solidFill>
            <a:prstDash val="solid"/>
            <a:miter lim="800000"/>
          </a:ln>
          <a:effectLst/>
        </p:spPr>
      </p:cxnSp>
    </p:spTree>
    <p:extLst>
      <p:ext uri="{BB962C8B-B14F-4D97-AF65-F5344CB8AC3E}">
        <p14:creationId xmlns:p14="http://schemas.microsoft.com/office/powerpoint/2010/main" val="2612047778"/>
      </p:ext>
    </p:extLst>
  </p:cSld>
  <p:clrMapOvr>
    <a:masterClrMapping/>
  </p:clrMapOvr>
  <p:extLst>
    <p:ext uri="{DCECCB84-F9BA-43D5-87BE-67443E8EF086}">
      <p15:sldGuideLst xmlns:p15="http://schemas.microsoft.com/office/powerpoint/2012/main">
        <p15:guide id="1" pos="528">
          <p15:clr>
            <a:srgbClr val="FBAE40"/>
          </p15:clr>
        </p15:guide>
        <p15:guide id="2" orient="horz" pos="52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Title and content 01">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E820F9CA-E84D-E159-524A-398712EC6AFE}"/>
              </a:ext>
            </a:extLst>
          </p:cNvPr>
          <p:cNvGrpSpPr/>
          <p:nvPr userDrawn="1"/>
        </p:nvGrpSpPr>
        <p:grpSpPr>
          <a:xfrm>
            <a:off x="879765" y="-10376"/>
            <a:ext cx="10794247" cy="1864808"/>
            <a:chOff x="879765" y="-10376"/>
            <a:chExt cx="10794247" cy="1864808"/>
          </a:xfrm>
        </p:grpSpPr>
        <p:sp>
          <p:nvSpPr>
            <p:cNvPr id="12" name="Freeform: Shape 12">
              <a:extLst>
                <a:ext uri="{FF2B5EF4-FFF2-40B4-BE49-F238E27FC236}">
                  <a16:creationId xmlns:a16="http://schemas.microsoft.com/office/drawing/2014/main" id="{7674207A-3643-0D40-E3B5-F11FCACBAA74}"/>
                </a:ext>
              </a:extLst>
            </p:cNvPr>
            <p:cNvSpPr/>
            <p:nvPr/>
          </p:nvSpPr>
          <p:spPr>
            <a:xfrm>
              <a:off x="8893126" y="351937"/>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7" name="Freeform: Shape 12">
              <a:extLst>
                <a:ext uri="{FF2B5EF4-FFF2-40B4-BE49-F238E27FC236}">
                  <a16:creationId xmlns:a16="http://schemas.microsoft.com/office/drawing/2014/main" id="{9619B847-88FE-63C2-96AC-161C08F5934F}"/>
                </a:ext>
              </a:extLst>
            </p:cNvPr>
            <p:cNvSpPr/>
            <p:nvPr/>
          </p:nvSpPr>
          <p:spPr>
            <a:xfrm>
              <a:off x="5985740" y="345168"/>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8" name="Freeform 6">
              <a:extLst>
                <a:ext uri="{FF2B5EF4-FFF2-40B4-BE49-F238E27FC236}">
                  <a16:creationId xmlns:a16="http://schemas.microsoft.com/office/drawing/2014/main" id="{228172F9-6711-D31B-2F7B-A4ECDEAB360C}"/>
                </a:ext>
              </a:extLst>
            </p:cNvPr>
            <p:cNvSpPr/>
            <p:nvPr/>
          </p:nvSpPr>
          <p:spPr>
            <a:xfrm>
              <a:off x="5255120"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7">
              <a:extLst>
                <a:ext uri="{FF2B5EF4-FFF2-40B4-BE49-F238E27FC236}">
                  <a16:creationId xmlns:a16="http://schemas.microsoft.com/office/drawing/2014/main" id="{1732E38F-F657-48F0-5783-63C7EDB52F87}"/>
                </a:ext>
              </a:extLst>
            </p:cNvPr>
            <p:cNvSpPr/>
            <p:nvPr/>
          </p:nvSpPr>
          <p:spPr>
            <a:xfrm>
              <a:off x="6710252"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Shape 12">
              <a:extLst>
                <a:ext uri="{FF2B5EF4-FFF2-40B4-BE49-F238E27FC236}">
                  <a16:creationId xmlns:a16="http://schemas.microsoft.com/office/drawing/2014/main" id="{601F8F38-CEFA-8374-19C9-69BA4F7D10DF}"/>
                </a:ext>
              </a:extLst>
            </p:cNvPr>
            <p:cNvSpPr/>
            <p:nvPr/>
          </p:nvSpPr>
          <p:spPr>
            <a:xfrm>
              <a:off x="1610385" y="351937"/>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11" name="Freeform 9">
              <a:extLst>
                <a:ext uri="{FF2B5EF4-FFF2-40B4-BE49-F238E27FC236}">
                  <a16:creationId xmlns:a16="http://schemas.microsoft.com/office/drawing/2014/main" id="{0659428E-002A-3B5E-D9E8-A2B206826D40}"/>
                </a:ext>
              </a:extLst>
            </p:cNvPr>
            <p:cNvSpPr/>
            <p:nvPr/>
          </p:nvSpPr>
          <p:spPr>
            <a:xfrm>
              <a:off x="879765"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12">
              <a:extLst>
                <a:ext uri="{FF2B5EF4-FFF2-40B4-BE49-F238E27FC236}">
                  <a16:creationId xmlns:a16="http://schemas.microsoft.com/office/drawing/2014/main" id="{F3F6BB30-EA63-53B6-1493-0B0220BC1FF8}"/>
                </a:ext>
              </a:extLst>
            </p:cNvPr>
            <p:cNvSpPr/>
            <p:nvPr/>
          </p:nvSpPr>
          <p:spPr>
            <a:xfrm>
              <a:off x="2336512" y="-10376"/>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3B6E5B6F-28D6-E7F3-B009-0B5623E38F22}"/>
                </a:ext>
              </a:extLst>
            </p:cNvPr>
            <p:cNvSpPr/>
            <p:nvPr/>
          </p:nvSpPr>
          <p:spPr>
            <a:xfrm>
              <a:off x="8160084" y="-10376"/>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14">
              <a:extLst>
                <a:ext uri="{FF2B5EF4-FFF2-40B4-BE49-F238E27FC236}">
                  <a16:creationId xmlns:a16="http://schemas.microsoft.com/office/drawing/2014/main" id="{4817D92F-B8AA-2300-DC90-9AA1D5E54408}"/>
                </a:ext>
              </a:extLst>
            </p:cNvPr>
            <p:cNvSpPr/>
            <p:nvPr/>
          </p:nvSpPr>
          <p:spPr>
            <a:xfrm>
              <a:off x="9615216"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2">
              <a:extLst>
                <a:ext uri="{FF2B5EF4-FFF2-40B4-BE49-F238E27FC236}">
                  <a16:creationId xmlns:a16="http://schemas.microsoft.com/office/drawing/2014/main" id="{F40AC1C2-6632-AEFE-E7DF-2E1BB06D857A}"/>
                </a:ext>
              </a:extLst>
            </p:cNvPr>
            <p:cNvSpPr/>
            <p:nvPr/>
          </p:nvSpPr>
          <p:spPr>
            <a:xfrm>
              <a:off x="10342958" y="320527"/>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grpSp>
      <p:sp>
        <p:nvSpPr>
          <p:cNvPr id="2" name="Title 1"/>
          <p:cNvSpPr>
            <a:spLocks noGrp="1"/>
          </p:cNvSpPr>
          <p:nvPr>
            <p:ph type="title"/>
          </p:nvPr>
        </p:nvSpPr>
        <p:spPr>
          <a:xfrm>
            <a:off x="914400" y="2487168"/>
            <a:ext cx="4572000" cy="3383280"/>
          </a:xfrm>
        </p:spPr>
        <p:txBody>
          <a:bodyPr anchor="t">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6217920" y="2487168"/>
            <a:ext cx="5029200" cy="3383280"/>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extLst>
      <p:ext uri="{BB962C8B-B14F-4D97-AF65-F5344CB8AC3E}">
        <p14:creationId xmlns:p14="http://schemas.microsoft.com/office/powerpoint/2010/main" val="453787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break with image">
    <p:bg>
      <p:bgPr>
        <a:solidFill>
          <a:schemeClr val="accent6"/>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EC2501B-DEA6-190E-3633-E32F635B7CE1}"/>
              </a:ext>
            </a:extLst>
          </p:cNvPr>
          <p:cNvSpPr>
            <a:spLocks noGrp="1"/>
          </p:cNvSpPr>
          <p:nvPr>
            <p:ph type="title"/>
          </p:nvPr>
        </p:nvSpPr>
        <p:spPr>
          <a:xfrm>
            <a:off x="1143000" y="3200400"/>
            <a:ext cx="5029200" cy="2743200"/>
          </a:xfrm>
        </p:spPr>
        <p:txBody>
          <a:bodyPr anchor="t">
            <a:normAutofit/>
          </a:bodyPr>
          <a:lstStyle>
            <a:lvl1pPr>
              <a:defRPr sz="4800"/>
            </a:lvl1pPr>
          </a:lstStyle>
          <a:p>
            <a:r>
              <a:rPr lang="en-US" noProof="0"/>
              <a:t>Click to edit Master title style</a:t>
            </a:r>
            <a:endParaRPr lang="en-US" noProof="0" dirty="0"/>
          </a:p>
        </p:txBody>
      </p:sp>
      <p:pic>
        <p:nvPicPr>
          <p:cNvPr id="10" name="Picture Placeholder 31">
            <a:extLst>
              <a:ext uri="{FF2B5EF4-FFF2-40B4-BE49-F238E27FC236}">
                <a16:creationId xmlns:a16="http://schemas.microsoft.com/office/drawing/2014/main" id="{373D33A6-83B0-5538-2873-8856E4E60DC0}"/>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rcRect t="2555" b="2555"/>
          <a:stretch>
            <a:fillRect/>
          </a:stretch>
        </p:blipFill>
        <p:spPr>
          <a:xfrm>
            <a:off x="6504265" y="3029080"/>
            <a:ext cx="1570617" cy="17968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a:solidFill>
            <a:schemeClr val="accent5">
              <a:alpha val="30000"/>
            </a:schemeClr>
          </a:solidFill>
        </p:spPr>
      </p:pic>
      <p:sp>
        <p:nvSpPr>
          <p:cNvPr id="7" name="Content placeholder 47">
            <a:extLst>
              <a:ext uri="{FF2B5EF4-FFF2-40B4-BE49-F238E27FC236}">
                <a16:creationId xmlns:a16="http://schemas.microsoft.com/office/drawing/2014/main" id="{3944D979-8121-82AA-A130-38072F1EA83F}"/>
              </a:ext>
            </a:extLst>
          </p:cNvPr>
          <p:cNvSpPr>
            <a:spLocks noGrp="1"/>
          </p:cNvSpPr>
          <p:nvPr>
            <p:ph type="pic" sz="quarter" idx="47" hasCustomPrompt="1"/>
          </p:nvPr>
        </p:nvSpPr>
        <p:spPr>
          <a:xfrm>
            <a:off x="7493157" y="529148"/>
            <a:ext cx="4248873" cy="473113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a:solidFill>
                  <a:schemeClr val="bg1"/>
                </a:solidFill>
              </a:defRPr>
            </a:lvl1pPr>
          </a:lstStyle>
          <a:p>
            <a:r>
              <a:rPr lang="en-US" altLang="zh-CN" noProof="0" dirty="0"/>
              <a:t>Click icon to add picture≈≈</a:t>
            </a:r>
          </a:p>
        </p:txBody>
      </p:sp>
      <p:sp>
        <p:nvSpPr>
          <p:cNvPr id="27" name="Content placeholder 47" descr="Click icon to add picture">
            <a:extLst>
              <a:ext uri="{FF2B5EF4-FFF2-40B4-BE49-F238E27FC236}">
                <a16:creationId xmlns:a16="http://schemas.microsoft.com/office/drawing/2014/main" id="{EA8265B5-83C5-4AE9-88AB-3F2443B57F00}"/>
              </a:ext>
            </a:extLst>
          </p:cNvPr>
          <p:cNvSpPr>
            <a:spLocks noGrp="1"/>
          </p:cNvSpPr>
          <p:nvPr>
            <p:ph type="body" sz="quarter" idx="28"/>
          </p:nvPr>
        </p:nvSpPr>
        <p:spPr>
          <a:xfrm>
            <a:off x="1261872" y="2240280"/>
            <a:ext cx="5029200" cy="760288"/>
          </a:xfrm>
          <a:prstGeom prst="rect">
            <a:avLst/>
          </a:prstGeom>
        </p:spPr>
        <p:txBody>
          <a:bodyPr anchor="b">
            <a:normAutofit/>
          </a:bodyPr>
          <a:lstStyle>
            <a:lvl1pPr marL="0" indent="0">
              <a:lnSpc>
                <a:spcPct val="100000"/>
              </a:lnSpc>
              <a:buNone/>
              <a:defRPr sz="2000" b="0">
                <a:solidFill>
                  <a:schemeClr val="bg1"/>
                </a:solidFill>
              </a:defRPr>
            </a:lvl1pPr>
            <a:lvl2pPr>
              <a:defRPr sz="1000"/>
            </a:lvl2pPr>
            <a:lvl3pPr>
              <a:defRPr sz="900"/>
            </a:lvl3pPr>
            <a:lvl4pPr>
              <a:defRPr sz="800"/>
            </a:lvl4pPr>
            <a:lvl5pPr>
              <a:defRPr sz="800"/>
            </a:lvl5pPr>
          </a:lstStyle>
          <a:p>
            <a:pPr lvl="0"/>
            <a:endParaRPr lang="en-US" altLang="zh-CN" noProof="0" dirty="0"/>
          </a:p>
        </p:txBody>
      </p:sp>
      <p:sp>
        <p:nvSpPr>
          <p:cNvPr id="5" name="Freeform: Shape 25">
            <a:extLst>
              <a:ext uri="{FF2B5EF4-FFF2-40B4-BE49-F238E27FC236}">
                <a16:creationId xmlns:a16="http://schemas.microsoft.com/office/drawing/2014/main" id="{8A1DBD66-3066-DF70-EF94-95DF0D7A6503}"/>
              </a:ext>
            </a:extLst>
          </p:cNvPr>
          <p:cNvSpPr/>
          <p:nvPr userDrawn="1"/>
        </p:nvSpPr>
        <p:spPr>
          <a:xfrm flipH="1">
            <a:off x="7400972" y="4594440"/>
            <a:ext cx="1347680" cy="158117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6" name="Freeform: Shape 11">
            <a:extLst>
              <a:ext uri="{FF2B5EF4-FFF2-40B4-BE49-F238E27FC236}">
                <a16:creationId xmlns:a16="http://schemas.microsoft.com/office/drawing/2014/main" id="{D2CC929C-40BF-4EF5-7910-7F657CAF8CA9}"/>
              </a:ext>
            </a:extLst>
          </p:cNvPr>
          <p:cNvSpPr/>
          <p:nvPr userDrawn="1"/>
        </p:nvSpPr>
        <p:spPr>
          <a:xfrm>
            <a:off x="6521016" y="4772906"/>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cxnSp>
        <p:nvCxnSpPr>
          <p:cNvPr id="9" name="Straight Connector 2">
            <a:extLst>
              <a:ext uri="{FF2B5EF4-FFF2-40B4-BE49-F238E27FC236}">
                <a16:creationId xmlns:a16="http://schemas.microsoft.com/office/drawing/2014/main" id="{66E94398-47F0-267C-6791-5C30B1CEF496}"/>
              </a:ext>
            </a:extLst>
          </p:cNvPr>
          <p:cNvCxnSpPr/>
          <p:nvPr userDrawn="1"/>
        </p:nvCxnSpPr>
        <p:spPr>
          <a:xfrm>
            <a:off x="1142663" y="2282891"/>
            <a:ext cx="0" cy="760288"/>
          </a:xfrm>
          <a:prstGeom prst="line">
            <a:avLst/>
          </a:prstGeom>
          <a:noFill/>
          <a:ln w="19050" cap="flat" cmpd="sng" algn="ctr">
            <a:solidFill>
              <a:srgbClr val="D84400"/>
            </a:solidFill>
            <a:prstDash val="solid"/>
            <a:miter lim="800000"/>
          </a:ln>
          <a:effectLst/>
        </p:spPr>
      </p:cxnSp>
    </p:spTree>
    <p:extLst>
      <p:ext uri="{BB962C8B-B14F-4D97-AF65-F5344CB8AC3E}">
        <p14:creationId xmlns:p14="http://schemas.microsoft.com/office/powerpoint/2010/main" val="777926280"/>
      </p:ext>
    </p:extLst>
  </p:cSld>
  <p:clrMapOvr>
    <a:masterClrMapping/>
  </p:clrMapOvr>
  <p:extLst>
    <p:ext uri="{DCECCB84-F9BA-43D5-87BE-67443E8EF086}">
      <p15:sldGuideLst xmlns:p15="http://schemas.microsoft.com/office/powerpoint/2012/main">
        <p15:guide id="1" pos="528">
          <p15:clr>
            <a:srgbClr val="FBAE40"/>
          </p15:clr>
        </p15:guide>
        <p15:guide id="2" orient="horz" pos="52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01">
    <p:spTree>
      <p:nvGrpSpPr>
        <p:cNvPr id="1" name=""/>
        <p:cNvGrpSpPr/>
        <p:nvPr/>
      </p:nvGrpSpPr>
      <p:grpSpPr>
        <a:xfrm>
          <a:off x="0" y="0"/>
          <a:ext cx="0" cy="0"/>
          <a:chOff x="0" y="0"/>
          <a:chExt cx="0" cy="0"/>
        </a:xfrm>
      </p:grpSpPr>
      <p:sp>
        <p:nvSpPr>
          <p:cNvPr id="11" name="Title Placeholder 4">
            <a:extLst>
              <a:ext uri="{FF2B5EF4-FFF2-40B4-BE49-F238E27FC236}">
                <a16:creationId xmlns:a16="http://schemas.microsoft.com/office/drawing/2014/main" id="{05751864-B11A-0286-13EA-2AC2A2C8DD5D}"/>
              </a:ext>
            </a:extLst>
          </p:cNvPr>
          <p:cNvSpPr>
            <a:spLocks noGrp="1"/>
          </p:cNvSpPr>
          <p:nvPr>
            <p:ph type="title"/>
          </p:nvPr>
        </p:nvSpPr>
        <p:spPr>
          <a:xfrm>
            <a:off x="914400" y="731520"/>
            <a:ext cx="4663440" cy="1737360"/>
          </a:xfrm>
          <a:prstGeom prst="rect">
            <a:avLst/>
          </a:prstGeom>
        </p:spPr>
        <p:txBody>
          <a:bodyPr vert="horz" lIns="91440" tIns="45720" rIns="91440" bIns="45720" rtlCol="0" anchor="t">
            <a:normAutofit/>
          </a:bodyPr>
          <a:lstStyle>
            <a:lvl1pPr>
              <a:defRPr sz="3600"/>
            </a:lvl1pPr>
          </a:lstStyle>
          <a:p>
            <a:endParaRPr lang="en-US" dirty="0"/>
          </a:p>
        </p:txBody>
      </p:sp>
      <p:sp>
        <p:nvSpPr>
          <p:cNvPr id="3" name="Content Placeholder 2">
            <a:extLst>
              <a:ext uri="{FF2B5EF4-FFF2-40B4-BE49-F238E27FC236}">
                <a16:creationId xmlns:a16="http://schemas.microsoft.com/office/drawing/2014/main" id="{83E7A93C-2947-B6E4-C693-7C485DDC0135}"/>
              </a:ext>
            </a:extLst>
          </p:cNvPr>
          <p:cNvSpPr>
            <a:spLocks noGrp="1"/>
          </p:cNvSpPr>
          <p:nvPr>
            <p:ph idx="1"/>
          </p:nvPr>
        </p:nvSpPr>
        <p:spPr>
          <a:xfrm>
            <a:off x="5852160" y="731520"/>
            <a:ext cx="5486400" cy="1737360"/>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E8A3F288-990F-014E-F099-1E3091477CA7}"/>
              </a:ext>
            </a:extLst>
          </p:cNvPr>
          <p:cNvSpPr>
            <a:spLocks noGrp="1"/>
          </p:cNvSpPr>
          <p:nvPr>
            <p:ph idx="30"/>
          </p:nvPr>
        </p:nvSpPr>
        <p:spPr>
          <a:xfrm>
            <a:off x="914400" y="2743200"/>
            <a:ext cx="8348472" cy="3374136"/>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reeform: Shape 5">
            <a:extLst>
              <a:ext uri="{FF2B5EF4-FFF2-40B4-BE49-F238E27FC236}">
                <a16:creationId xmlns:a16="http://schemas.microsoft.com/office/drawing/2014/main" id="{3F619E6B-153E-B522-47EB-4104C405736C}"/>
              </a:ext>
            </a:extLst>
          </p:cNvPr>
          <p:cNvSpPr/>
          <p:nvPr userDrawn="1"/>
        </p:nvSpPr>
        <p:spPr>
          <a:xfrm>
            <a:off x="10551278" y="4665388"/>
            <a:ext cx="603952" cy="68174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2" name="Freeform 11">
            <a:extLst>
              <a:ext uri="{FF2B5EF4-FFF2-40B4-BE49-F238E27FC236}">
                <a16:creationId xmlns:a16="http://schemas.microsoft.com/office/drawing/2014/main" id="{687A7B3D-E004-6D6A-5979-8F1BADBC9237}"/>
              </a:ext>
            </a:extLst>
          </p:cNvPr>
          <p:cNvSpPr/>
          <p:nvPr userDrawn="1"/>
        </p:nvSpPr>
        <p:spPr>
          <a:xfrm>
            <a:off x="10524774" y="5146146"/>
            <a:ext cx="1667226" cy="1711855"/>
          </a:xfrm>
          <a:custGeom>
            <a:avLst/>
            <a:gdLst>
              <a:gd name="connsiteX0" fmla="*/ 998834 w 1667226"/>
              <a:gd name="connsiteY0" fmla="*/ 0 h 1711855"/>
              <a:gd name="connsiteX1" fmla="*/ 1667226 w 1667226"/>
              <a:gd name="connsiteY1" fmla="*/ 373790 h 1711855"/>
              <a:gd name="connsiteX2" fmla="*/ 1667226 w 1667226"/>
              <a:gd name="connsiteY2" fmla="*/ 1711855 h 1711855"/>
              <a:gd name="connsiteX3" fmla="*/ 48502 w 1667226"/>
              <a:gd name="connsiteY3" fmla="*/ 1711855 h 1711855"/>
              <a:gd name="connsiteX4" fmla="*/ 0 w 1667226"/>
              <a:gd name="connsiteY4" fmla="*/ 1684915 h 1711855"/>
              <a:gd name="connsiteX5" fmla="*/ 0 w 1667226"/>
              <a:gd name="connsiteY5" fmla="*/ 564300 h 1711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67226" h="1711855">
                <a:moveTo>
                  <a:pt x="998834" y="0"/>
                </a:moveTo>
                <a:lnTo>
                  <a:pt x="1667226" y="373790"/>
                </a:lnTo>
                <a:lnTo>
                  <a:pt x="1667226" y="1711855"/>
                </a:lnTo>
                <a:lnTo>
                  <a:pt x="48502" y="1711855"/>
                </a:lnTo>
                <a:lnTo>
                  <a:pt x="0" y="1684915"/>
                </a:lnTo>
                <a:lnTo>
                  <a:pt x="0" y="564300"/>
                </a:lnTo>
                <a:close/>
              </a:path>
            </a:pathLst>
          </a:cu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Shape 11">
            <a:extLst>
              <a:ext uri="{FF2B5EF4-FFF2-40B4-BE49-F238E27FC236}">
                <a16:creationId xmlns:a16="http://schemas.microsoft.com/office/drawing/2014/main" id="{A4CA3A93-BDBF-112D-54A0-05BF6B06BCC1}"/>
              </a:ext>
            </a:extLst>
          </p:cNvPr>
          <p:cNvSpPr/>
          <p:nvPr userDrawn="1"/>
        </p:nvSpPr>
        <p:spPr>
          <a:xfrm>
            <a:off x="10177285" y="5347130"/>
            <a:ext cx="748554" cy="85636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2"/>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
        <p:nvSpPr>
          <p:cNvPr id="2" name="Footer Placeholder 1">
            <a:extLst>
              <a:ext uri="{FF2B5EF4-FFF2-40B4-BE49-F238E27FC236}">
                <a16:creationId xmlns:a16="http://schemas.microsoft.com/office/drawing/2014/main" id="{5F7A154B-D8F5-C1FB-307D-496380875BD1}"/>
              </a:ext>
            </a:extLst>
          </p:cNvPr>
          <p:cNvSpPr>
            <a:spLocks noGrp="1"/>
          </p:cNvSpPr>
          <p:nvPr>
            <p:ph type="ftr" sz="quarter" idx="28"/>
          </p:nvPr>
        </p:nvSpPr>
        <p:spPr/>
        <p:txBody>
          <a:bodyPr>
            <a:noAutofit/>
          </a:bodyPr>
          <a:lstStyle/>
          <a:p>
            <a:endParaRPr lang="en-US" noProof="0" dirty="0"/>
          </a:p>
        </p:txBody>
      </p:sp>
      <p:sp>
        <p:nvSpPr>
          <p:cNvPr id="5" name="Slide Number Placeholder 4">
            <a:extLst>
              <a:ext uri="{FF2B5EF4-FFF2-40B4-BE49-F238E27FC236}">
                <a16:creationId xmlns:a16="http://schemas.microsoft.com/office/drawing/2014/main" id="{D728715E-D2CE-A33E-1A28-4E627F239BBE}"/>
              </a:ext>
            </a:extLst>
          </p:cNvPr>
          <p:cNvSpPr>
            <a:spLocks noGrp="1"/>
          </p:cNvSpPr>
          <p:nvPr>
            <p:ph type="sldNum" sz="quarter" idx="29"/>
          </p:nvPr>
        </p:nvSpPr>
        <p:spPr/>
        <p:txBody>
          <a:bodyPr>
            <a:noAutofit/>
          </a:bodyPr>
          <a:lstStyle/>
          <a:p>
            <a:fld id="{47FEACEE-25B4-4A2D-B147-27296E36371D}" type="slidenum">
              <a:rPr lang="en-US" altLang="zh-CN" noProof="0" smtClean="0"/>
              <a:pPr/>
              <a:t>‹#›</a:t>
            </a:fld>
            <a:endParaRPr lang="en-US" altLang="zh-CN" noProof="0" dirty="0"/>
          </a:p>
        </p:txBody>
      </p:sp>
    </p:spTree>
    <p:extLst>
      <p:ext uri="{BB962C8B-B14F-4D97-AF65-F5344CB8AC3E}">
        <p14:creationId xmlns:p14="http://schemas.microsoft.com/office/powerpoint/2010/main" val="21212563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ith image">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C1D3CF-F6AF-93EB-C40E-C278E58442C0}"/>
              </a:ext>
            </a:extLst>
          </p:cNvPr>
          <p:cNvSpPr>
            <a:spLocks noGrp="1"/>
          </p:cNvSpPr>
          <p:nvPr>
            <p:ph type="title"/>
          </p:nvPr>
        </p:nvSpPr>
        <p:spPr>
          <a:xfrm>
            <a:off x="914400" y="731520"/>
            <a:ext cx="3931920" cy="2103120"/>
          </a:xfrm>
        </p:spPr>
        <p:txBody>
          <a:bodyPr anchor="b">
            <a:normAutofit/>
          </a:bodyPr>
          <a:lstStyle>
            <a:lvl1pPr>
              <a:defRPr sz="3600"/>
            </a:lvl1pPr>
          </a:lstStyle>
          <a:p>
            <a:r>
              <a:rPr lang="en-US"/>
              <a:t>Click to edit Master title style</a:t>
            </a:r>
            <a:endParaRPr lang="en-US" dirty="0"/>
          </a:p>
        </p:txBody>
      </p:sp>
      <p:sp>
        <p:nvSpPr>
          <p:cNvPr id="9" name="Content Placeholder 2">
            <a:extLst>
              <a:ext uri="{FF2B5EF4-FFF2-40B4-BE49-F238E27FC236}">
                <a16:creationId xmlns:a16="http://schemas.microsoft.com/office/drawing/2014/main" id="{2317990C-ED42-30BE-0501-F9C5B4A48B73}"/>
              </a:ext>
            </a:extLst>
          </p:cNvPr>
          <p:cNvSpPr>
            <a:spLocks noGrp="1"/>
          </p:cNvSpPr>
          <p:nvPr>
            <p:ph idx="1"/>
          </p:nvPr>
        </p:nvSpPr>
        <p:spPr>
          <a:xfrm>
            <a:off x="914400" y="3108960"/>
            <a:ext cx="3931920" cy="2651760"/>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Picture Placeholder 7">
            <a:extLst>
              <a:ext uri="{FF2B5EF4-FFF2-40B4-BE49-F238E27FC236}">
                <a16:creationId xmlns:a16="http://schemas.microsoft.com/office/drawing/2014/main" id="{4AC62875-1B1B-E814-6549-162A8DBF8929}"/>
              </a:ext>
            </a:extLst>
          </p:cNvPr>
          <p:cNvSpPr>
            <a:spLocks noGrp="1"/>
          </p:cNvSpPr>
          <p:nvPr>
            <p:ph type="pic" sz="quarter" idx="54"/>
          </p:nvPr>
        </p:nvSpPr>
        <p:spPr>
          <a:xfrm>
            <a:off x="5745002" y="0"/>
            <a:ext cx="6446999" cy="6858000"/>
          </a:xfrm>
          <a:custGeom>
            <a:avLst/>
            <a:gdLst>
              <a:gd name="connsiteX0" fmla="*/ 2513726 w 6446999"/>
              <a:gd name="connsiteY0" fmla="*/ 0 h 6858000"/>
              <a:gd name="connsiteX1" fmla="*/ 4301949 w 6446999"/>
              <a:gd name="connsiteY1" fmla="*/ 0 h 6858000"/>
              <a:gd name="connsiteX2" fmla="*/ 6446999 w 6446999"/>
              <a:gd name="connsiteY2" fmla="*/ 1338386 h 6858000"/>
              <a:gd name="connsiteX3" fmla="*/ 6446999 w 6446999"/>
              <a:gd name="connsiteY3" fmla="*/ 5624376 h 6858000"/>
              <a:gd name="connsiteX4" fmla="*/ 4342124 w 6446999"/>
              <a:gd name="connsiteY4" fmla="*/ 6858000 h 6858000"/>
              <a:gd name="connsiteX5" fmla="*/ 2553921 w 6446999"/>
              <a:gd name="connsiteY5" fmla="*/ 6858000 h 6858000"/>
              <a:gd name="connsiteX6" fmla="*/ 661 w 6446999"/>
              <a:gd name="connsiteY6" fmla="*/ 5339864 h 6858000"/>
              <a:gd name="connsiteX7" fmla="*/ 299 w 6446999"/>
              <a:gd name="connsiteY7" fmla="*/ 139604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446999" h="6858000">
                <a:moveTo>
                  <a:pt x="2513726" y="0"/>
                </a:moveTo>
                <a:lnTo>
                  <a:pt x="4301949" y="0"/>
                </a:lnTo>
                <a:lnTo>
                  <a:pt x="6446999" y="1338386"/>
                </a:lnTo>
                <a:lnTo>
                  <a:pt x="6446999" y="5624376"/>
                </a:lnTo>
                <a:lnTo>
                  <a:pt x="4342124" y="6858000"/>
                </a:lnTo>
                <a:lnTo>
                  <a:pt x="2553921" y="6858000"/>
                </a:lnTo>
                <a:lnTo>
                  <a:pt x="661" y="5339864"/>
                </a:lnTo>
                <a:cubicBezTo>
                  <a:pt x="-1473" y="4048155"/>
                  <a:pt x="2433" y="2687753"/>
                  <a:pt x="299" y="1396044"/>
                </a:cubicBezTo>
                <a:close/>
              </a:path>
            </a:pathLst>
          </a:custGeom>
        </p:spPr>
        <p:txBody>
          <a:bodyPr wrap="square" anchor="ctr">
            <a:noAutofit/>
          </a:bodyPr>
          <a:lstStyle>
            <a:lvl1pPr marL="0" indent="0">
              <a:buNone/>
              <a:defRPr sz="1600"/>
            </a:lvl1pPr>
          </a:lstStyle>
          <a:p>
            <a:endParaRPr lang="en-US" dirty="0"/>
          </a:p>
        </p:txBody>
      </p:sp>
      <p:sp>
        <p:nvSpPr>
          <p:cNvPr id="5" name="Footer Placeholder 4">
            <a:extLst>
              <a:ext uri="{FF2B5EF4-FFF2-40B4-BE49-F238E27FC236}">
                <a16:creationId xmlns:a16="http://schemas.microsoft.com/office/drawing/2014/main" id="{41F6C45B-70BB-86F1-1866-F93BEC26ACF8}"/>
              </a:ext>
            </a:extLst>
          </p:cNvPr>
          <p:cNvSpPr>
            <a:spLocks noGrp="1"/>
          </p:cNvSpPr>
          <p:nvPr>
            <p:ph type="ftr" sz="quarter" idx="52"/>
          </p:nvPr>
        </p:nvSpPr>
        <p:spPr/>
        <p:txBody>
          <a:bodyPr>
            <a:noAutofit/>
          </a:bodyPr>
          <a:lstStyle/>
          <a:p>
            <a:endParaRPr lang="en-US" noProof="0" dirty="0"/>
          </a:p>
        </p:txBody>
      </p:sp>
      <p:sp>
        <p:nvSpPr>
          <p:cNvPr id="7" name="Slide Number Placeholder 6">
            <a:extLst>
              <a:ext uri="{FF2B5EF4-FFF2-40B4-BE49-F238E27FC236}">
                <a16:creationId xmlns:a16="http://schemas.microsoft.com/office/drawing/2014/main" id="{0870044D-485D-043B-9D5B-C01AA8E06447}"/>
              </a:ext>
            </a:extLst>
          </p:cNvPr>
          <p:cNvSpPr>
            <a:spLocks noGrp="1"/>
          </p:cNvSpPr>
          <p:nvPr>
            <p:ph type="sldNum" sz="quarter" idx="53"/>
          </p:nvPr>
        </p:nvSpPr>
        <p:spPr/>
        <p:txBody>
          <a:bodyPr>
            <a:noAutofit/>
          </a:bodyPr>
          <a:lstStyle/>
          <a:p>
            <a:fld id="{47FEACEE-25B4-4A2D-B147-27296E36371D}" type="slidenum">
              <a:rPr lang="en-US" altLang="zh-CN" noProof="0" smtClean="0"/>
              <a:pPr/>
              <a:t>‹#›</a:t>
            </a:fld>
            <a:endParaRPr lang="en-US" altLang="zh-CN" noProof="0" dirty="0"/>
          </a:p>
        </p:txBody>
      </p:sp>
      <p:sp>
        <p:nvSpPr>
          <p:cNvPr id="2" name="Freeform: Shape 1">
            <a:extLst>
              <a:ext uri="{FF2B5EF4-FFF2-40B4-BE49-F238E27FC236}">
                <a16:creationId xmlns:a16="http://schemas.microsoft.com/office/drawing/2014/main" id="{D91FB993-29E1-3DBD-8335-7970016F8DE7}"/>
              </a:ext>
              <a:ext uri="{C183D7F6-B498-43B3-948B-1728B52AA6E4}">
                <adec:decorative xmlns:adec="http://schemas.microsoft.com/office/drawing/2017/decorative" val="1"/>
              </a:ext>
            </a:extLst>
          </p:cNvPr>
          <p:cNvSpPr/>
          <p:nvPr userDrawn="1"/>
        </p:nvSpPr>
        <p:spPr>
          <a:xfrm>
            <a:off x="5203802" y="480395"/>
            <a:ext cx="1896941" cy="217161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noFill/>
          <a:ln w="19050" cap="flat" cmpd="sng" algn="ctr">
            <a:solidFill>
              <a:srgbClr val="C95B3A"/>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dirty="0">
              <a:ln>
                <a:noFill/>
              </a:ln>
              <a:solidFill>
                <a:srgbClr val="F7D952"/>
              </a:solidFill>
              <a:effectLst/>
              <a:uLnTx/>
              <a:uFillTx/>
              <a:latin typeface="Posterama Text SemiBold"/>
              <a:ea typeface="+mn-ea"/>
              <a:cs typeface="+mn-cs"/>
            </a:endParaRPr>
          </a:p>
        </p:txBody>
      </p:sp>
    </p:spTree>
    <p:extLst>
      <p:ext uri="{BB962C8B-B14F-4D97-AF65-F5344CB8AC3E}">
        <p14:creationId xmlns:p14="http://schemas.microsoft.com/office/powerpoint/2010/main" val="41612598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02">
    <p:spTree>
      <p:nvGrpSpPr>
        <p:cNvPr id="1" name=""/>
        <p:cNvGrpSpPr/>
        <p:nvPr/>
      </p:nvGrpSpPr>
      <p:grpSpPr>
        <a:xfrm>
          <a:off x="0" y="0"/>
          <a:ext cx="0" cy="0"/>
          <a:chOff x="0" y="0"/>
          <a:chExt cx="0" cy="0"/>
        </a:xfrm>
      </p:grpSpPr>
      <p:sp>
        <p:nvSpPr>
          <p:cNvPr id="4" name="Rectangle 13">
            <a:extLst>
              <a:ext uri="{FF2B5EF4-FFF2-40B4-BE49-F238E27FC236}">
                <a16:creationId xmlns:a16="http://schemas.microsoft.com/office/drawing/2014/main" id="{12BFFCE7-C68B-4904-8795-9589C3F38FD4}"/>
              </a:ext>
            </a:extLst>
          </p:cNvPr>
          <p:cNvSpPr/>
          <p:nvPr userDrawn="1"/>
        </p:nvSpPr>
        <p:spPr>
          <a:xfrm>
            <a:off x="636161" y="5854024"/>
            <a:ext cx="2330137" cy="708120"/>
          </a:xfrm>
          <a:prstGeom prst="rect">
            <a:avLst/>
          </a:prstGeom>
          <a:solidFill>
            <a:srgbClr val="0F26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2" name="Freeform: Shape 19">
            <a:extLst>
              <a:ext uri="{FF2B5EF4-FFF2-40B4-BE49-F238E27FC236}">
                <a16:creationId xmlns:a16="http://schemas.microsoft.com/office/drawing/2014/main" id="{9D307BA6-8A60-85D7-CC8B-894256DC4B90}"/>
              </a:ext>
            </a:extLst>
          </p:cNvPr>
          <p:cNvSpPr/>
          <p:nvPr userDrawn="1"/>
        </p:nvSpPr>
        <p:spPr>
          <a:xfrm>
            <a:off x="8517470" y="2248218"/>
            <a:ext cx="1886361" cy="221318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7" name="Freeform: Shape 19">
            <a:extLst>
              <a:ext uri="{FF2B5EF4-FFF2-40B4-BE49-F238E27FC236}">
                <a16:creationId xmlns:a16="http://schemas.microsoft.com/office/drawing/2014/main" id="{F38B75F8-75D4-4B41-B7C7-433032DD0A6F}"/>
              </a:ext>
            </a:extLst>
          </p:cNvPr>
          <p:cNvSpPr/>
          <p:nvPr userDrawn="1"/>
        </p:nvSpPr>
        <p:spPr>
          <a:xfrm>
            <a:off x="9578882" y="460803"/>
            <a:ext cx="1886361" cy="221318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8" name="Freeform: Shape 24">
            <a:extLst>
              <a:ext uri="{FF2B5EF4-FFF2-40B4-BE49-F238E27FC236}">
                <a16:creationId xmlns:a16="http://schemas.microsoft.com/office/drawing/2014/main" id="{671D1224-EDDC-4900-92DC-13608D44C524}"/>
              </a:ext>
            </a:extLst>
          </p:cNvPr>
          <p:cNvSpPr/>
          <p:nvPr userDrawn="1"/>
        </p:nvSpPr>
        <p:spPr>
          <a:xfrm>
            <a:off x="9522496" y="4057904"/>
            <a:ext cx="1886359" cy="221318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
        <p:nvSpPr>
          <p:cNvPr id="15" name="Freeform 14">
            <a:extLst>
              <a:ext uri="{FF2B5EF4-FFF2-40B4-BE49-F238E27FC236}">
                <a16:creationId xmlns:a16="http://schemas.microsoft.com/office/drawing/2014/main" id="{635A9E44-4E60-1AD1-0B85-72422683B48A}"/>
              </a:ext>
            </a:extLst>
          </p:cNvPr>
          <p:cNvSpPr/>
          <p:nvPr userDrawn="1"/>
        </p:nvSpPr>
        <p:spPr>
          <a:xfrm>
            <a:off x="11034052" y="3709992"/>
            <a:ext cx="1173188" cy="1502830"/>
          </a:xfrm>
          <a:custGeom>
            <a:avLst/>
            <a:gdLst>
              <a:gd name="connsiteX0" fmla="*/ 638572 w 1157948"/>
              <a:gd name="connsiteY0" fmla="*/ 0 h 1502830"/>
              <a:gd name="connsiteX1" fmla="*/ 0 w 1157948"/>
              <a:gd name="connsiteY1" fmla="*/ 378385 h 1502830"/>
              <a:gd name="connsiteX2" fmla="*/ 0 w 1157948"/>
              <a:gd name="connsiteY2" fmla="*/ 1129800 h 1502830"/>
              <a:gd name="connsiteX3" fmla="*/ 640317 w 1157948"/>
              <a:gd name="connsiteY3" fmla="*/ 1502830 h 1502830"/>
              <a:gd name="connsiteX4" fmla="*/ 1157948 w 1157948"/>
              <a:gd name="connsiteY4" fmla="*/ 1200968 h 1502830"/>
              <a:gd name="connsiteX5" fmla="*/ 1157948 w 1157948"/>
              <a:gd name="connsiteY5" fmla="*/ 304639 h 1502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7948" h="1502830">
                <a:moveTo>
                  <a:pt x="638572" y="0"/>
                </a:moveTo>
                <a:lnTo>
                  <a:pt x="0" y="378385"/>
                </a:lnTo>
                <a:lnTo>
                  <a:pt x="0" y="1129800"/>
                </a:lnTo>
                <a:lnTo>
                  <a:pt x="640317" y="1502830"/>
                </a:lnTo>
                <a:lnTo>
                  <a:pt x="1157948" y="1200968"/>
                </a:lnTo>
                <a:lnTo>
                  <a:pt x="1157948" y="304639"/>
                </a:ln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7" name="Title 1">
            <a:extLst>
              <a:ext uri="{FF2B5EF4-FFF2-40B4-BE49-F238E27FC236}">
                <a16:creationId xmlns:a16="http://schemas.microsoft.com/office/drawing/2014/main" id="{D041C638-CBB8-1159-9AF8-B5D14CC7BE0F}"/>
              </a:ext>
            </a:extLst>
          </p:cNvPr>
          <p:cNvSpPr>
            <a:spLocks noGrp="1"/>
          </p:cNvSpPr>
          <p:nvPr>
            <p:ph type="title"/>
          </p:nvPr>
        </p:nvSpPr>
        <p:spPr>
          <a:xfrm>
            <a:off x="914400" y="1060704"/>
            <a:ext cx="7132320" cy="1773936"/>
          </a:xfrm>
        </p:spPr>
        <p:txBody>
          <a:bodyPr anchor="b">
            <a:normAutofit/>
          </a:bodyPr>
          <a:lstStyle>
            <a:lvl1pPr>
              <a:defRPr sz="3600"/>
            </a:lvl1pPr>
          </a:lstStyle>
          <a:p>
            <a:r>
              <a:rPr lang="en-US" noProof="0"/>
              <a:t>Click to edit Master title style</a:t>
            </a:r>
            <a:endParaRPr lang="en-US" noProof="0" dirty="0"/>
          </a:p>
        </p:txBody>
      </p:sp>
      <p:sp>
        <p:nvSpPr>
          <p:cNvPr id="3" name="Content Placeholder 2">
            <a:extLst>
              <a:ext uri="{FF2B5EF4-FFF2-40B4-BE49-F238E27FC236}">
                <a16:creationId xmlns:a16="http://schemas.microsoft.com/office/drawing/2014/main" id="{E3E34C76-4814-6AFA-CEFD-F82B9ED9BB1D}"/>
              </a:ext>
            </a:extLst>
          </p:cNvPr>
          <p:cNvSpPr>
            <a:spLocks noGrp="1"/>
          </p:cNvSpPr>
          <p:nvPr>
            <p:ph idx="1"/>
          </p:nvPr>
        </p:nvSpPr>
        <p:spPr>
          <a:xfrm>
            <a:off x="914400" y="3108960"/>
            <a:ext cx="3291840" cy="2651760"/>
          </a:xfrm>
        </p:spPr>
        <p:txBody>
          <a:bodyPr/>
          <a:lstStyle>
            <a:lvl1pPr marL="0" indent="0">
              <a:buNone/>
              <a:defRPr sz="1800"/>
            </a:lvl1pPr>
            <a:lvl2pPr marL="347472">
              <a:defRPr sz="1800"/>
            </a:lvl2pPr>
            <a:lvl3pPr marL="731520">
              <a:defRPr sz="1800"/>
            </a:lvl3pPr>
            <a:lvl4pPr marL="1097280">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Content Placeholder 2">
            <a:extLst>
              <a:ext uri="{FF2B5EF4-FFF2-40B4-BE49-F238E27FC236}">
                <a16:creationId xmlns:a16="http://schemas.microsoft.com/office/drawing/2014/main" id="{D42F254A-B4C7-D072-FEB9-22F9A2B0CA64}"/>
              </a:ext>
            </a:extLst>
          </p:cNvPr>
          <p:cNvSpPr>
            <a:spLocks noGrp="1"/>
          </p:cNvSpPr>
          <p:nvPr>
            <p:ph idx="56"/>
          </p:nvPr>
        </p:nvSpPr>
        <p:spPr>
          <a:xfrm>
            <a:off x="4754880" y="3108960"/>
            <a:ext cx="3291840" cy="2651760"/>
          </a:xfrm>
        </p:spPr>
        <p:txBody>
          <a:bodyPr/>
          <a:lstStyle>
            <a:lvl1pPr marL="0" indent="0">
              <a:buNone/>
              <a:defRPr sz="1800"/>
            </a:lvl1pPr>
            <a:lvl2pPr marL="347472">
              <a:defRPr sz="1800"/>
            </a:lvl2pPr>
            <a:lvl3pPr marL="731520">
              <a:defRPr sz="1800"/>
            </a:lvl3pPr>
            <a:lvl4pPr marL="1097280">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Footer Placeholder 8">
            <a:extLst>
              <a:ext uri="{FF2B5EF4-FFF2-40B4-BE49-F238E27FC236}">
                <a16:creationId xmlns:a16="http://schemas.microsoft.com/office/drawing/2014/main" id="{85DBF4DF-D0B4-1DA6-0271-5D4033A9C19C}"/>
              </a:ext>
            </a:extLst>
          </p:cNvPr>
          <p:cNvSpPr>
            <a:spLocks noGrp="1"/>
          </p:cNvSpPr>
          <p:nvPr>
            <p:ph type="ftr" sz="quarter" idx="57"/>
          </p:nvPr>
        </p:nvSpPr>
        <p:spPr/>
        <p:txBody>
          <a:bodyPr/>
          <a:lstStyle/>
          <a:p>
            <a:endParaRPr lang="en-US" noProof="0" dirty="0"/>
          </a:p>
        </p:txBody>
      </p:sp>
      <p:sp>
        <p:nvSpPr>
          <p:cNvPr id="6" name="Slide Number Placeholder 5">
            <a:extLst>
              <a:ext uri="{FF2B5EF4-FFF2-40B4-BE49-F238E27FC236}">
                <a16:creationId xmlns:a16="http://schemas.microsoft.com/office/drawing/2014/main" id="{F507335A-F59E-2A6C-D2D6-F10391DA8D69}"/>
              </a:ext>
            </a:extLst>
          </p:cNvPr>
          <p:cNvSpPr>
            <a:spLocks noGrp="1"/>
          </p:cNvSpPr>
          <p:nvPr>
            <p:ph type="sldNum" sz="quarter" idx="55"/>
          </p:nvPr>
        </p:nvSpPr>
        <p:spPr/>
        <p:txBody>
          <a:bodyPr>
            <a:noAutofit/>
          </a:bodyPr>
          <a:lstStyle/>
          <a:p>
            <a:fld id="{47FEACEE-25B4-4A2D-B147-27296E36371D}" type="slidenum">
              <a:rPr lang="en-US" altLang="zh-CN" noProof="0" smtClean="0"/>
              <a:pPr/>
              <a:t>‹#›</a:t>
            </a:fld>
            <a:endParaRPr lang="en-US" altLang="zh-CN" noProof="0" dirty="0"/>
          </a:p>
        </p:txBody>
      </p:sp>
    </p:spTree>
    <p:extLst>
      <p:ext uri="{BB962C8B-B14F-4D97-AF65-F5344CB8AC3E}">
        <p14:creationId xmlns:p14="http://schemas.microsoft.com/office/powerpoint/2010/main" val="36136463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Two content 0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914400" y="731520"/>
            <a:ext cx="4389120" cy="2103120"/>
          </a:xfrm>
        </p:spPr>
        <p:txBody>
          <a:bodyPr anchor="b" anchorCtr="0">
            <a:normAutofit/>
          </a:bodyPr>
          <a:lstStyle>
            <a:lvl1pPr>
              <a:defRPr sz="3600"/>
            </a:lvl1pPr>
          </a:lstStyle>
          <a:p>
            <a:r>
              <a:rPr lang="en-US"/>
              <a:t>Click to edit Master title style</a:t>
            </a:r>
          </a:p>
        </p:txBody>
      </p:sp>
      <p:sp>
        <p:nvSpPr>
          <p:cNvPr id="4" name="Content Placeholder 2">
            <a:extLst>
              <a:ext uri="{FF2B5EF4-FFF2-40B4-BE49-F238E27FC236}">
                <a16:creationId xmlns:a16="http://schemas.microsoft.com/office/drawing/2014/main" id="{C403123E-E3E0-5E2A-E1FB-EC28A2C68EEB}"/>
              </a:ext>
            </a:extLst>
          </p:cNvPr>
          <p:cNvSpPr>
            <a:spLocks noGrp="1"/>
          </p:cNvSpPr>
          <p:nvPr>
            <p:ph idx="14"/>
          </p:nvPr>
        </p:nvSpPr>
        <p:spPr>
          <a:xfrm>
            <a:off x="914400" y="3108960"/>
            <a:ext cx="4389120" cy="1920240"/>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dirty="0"/>
          </a:p>
        </p:txBody>
      </p:sp>
      <p:sp>
        <p:nvSpPr>
          <p:cNvPr id="9" name="Content Placeholder 2">
            <a:extLst>
              <a:ext uri="{FF2B5EF4-FFF2-40B4-BE49-F238E27FC236}">
                <a16:creationId xmlns:a16="http://schemas.microsoft.com/office/drawing/2014/main" id="{5B0A6B95-C59B-C125-7957-8C41B37891E1}"/>
              </a:ext>
            </a:extLst>
          </p:cNvPr>
          <p:cNvSpPr>
            <a:spLocks noGrp="1"/>
          </p:cNvSpPr>
          <p:nvPr>
            <p:ph idx="1"/>
          </p:nvPr>
        </p:nvSpPr>
        <p:spPr>
          <a:xfrm>
            <a:off x="5852160" y="731520"/>
            <a:ext cx="5367528" cy="5212080"/>
          </a:xfrm>
        </p:spPr>
        <p:txBody>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12" name="Freeform 11">
            <a:extLst>
              <a:ext uri="{FF2B5EF4-FFF2-40B4-BE49-F238E27FC236}">
                <a16:creationId xmlns:a16="http://schemas.microsoft.com/office/drawing/2014/main" id="{18CD2E87-8426-FC12-6665-A6E2F64FEA93}"/>
              </a:ext>
            </a:extLst>
          </p:cNvPr>
          <p:cNvSpPr>
            <a:spLocks noChangeAspect="1"/>
          </p:cNvSpPr>
          <p:nvPr userDrawn="1"/>
        </p:nvSpPr>
        <p:spPr>
          <a:xfrm flipH="1">
            <a:off x="-9525" y="5039331"/>
            <a:ext cx="986377" cy="1280160"/>
          </a:xfrm>
          <a:custGeom>
            <a:avLst/>
            <a:gdLst>
              <a:gd name="connsiteX0" fmla="*/ 638572 w 1157948"/>
              <a:gd name="connsiteY0" fmla="*/ 0 h 1502830"/>
              <a:gd name="connsiteX1" fmla="*/ 0 w 1157948"/>
              <a:gd name="connsiteY1" fmla="*/ 378385 h 1502830"/>
              <a:gd name="connsiteX2" fmla="*/ 0 w 1157948"/>
              <a:gd name="connsiteY2" fmla="*/ 1129800 h 1502830"/>
              <a:gd name="connsiteX3" fmla="*/ 640317 w 1157948"/>
              <a:gd name="connsiteY3" fmla="*/ 1502830 h 1502830"/>
              <a:gd name="connsiteX4" fmla="*/ 1157948 w 1157948"/>
              <a:gd name="connsiteY4" fmla="*/ 1200968 h 1502830"/>
              <a:gd name="connsiteX5" fmla="*/ 1157948 w 1157948"/>
              <a:gd name="connsiteY5" fmla="*/ 304639 h 1502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7948" h="1502830">
                <a:moveTo>
                  <a:pt x="638572" y="0"/>
                </a:moveTo>
                <a:lnTo>
                  <a:pt x="0" y="378385"/>
                </a:lnTo>
                <a:lnTo>
                  <a:pt x="0" y="1129800"/>
                </a:lnTo>
                <a:lnTo>
                  <a:pt x="640317" y="1502830"/>
                </a:lnTo>
                <a:lnTo>
                  <a:pt x="1157948" y="1200968"/>
                </a:lnTo>
                <a:lnTo>
                  <a:pt x="1157948" y="304639"/>
                </a:lnTo>
                <a:close/>
              </a:path>
            </a:pathLst>
          </a:cu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3" name="Freeform: Shape 11">
            <a:extLst>
              <a:ext uri="{FF2B5EF4-FFF2-40B4-BE49-F238E27FC236}">
                <a16:creationId xmlns:a16="http://schemas.microsoft.com/office/drawing/2014/main" id="{D35CF771-1335-6C94-6AA8-AF68EADDDF00}"/>
              </a:ext>
            </a:extLst>
          </p:cNvPr>
          <p:cNvSpPr/>
          <p:nvPr userDrawn="1"/>
        </p:nvSpPr>
        <p:spPr>
          <a:xfrm>
            <a:off x="1140014" y="5142797"/>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noFill/>
          <a:ln w="19050" cap="flat" cmpd="sng" algn="ctr">
            <a:solidFill>
              <a:schemeClr val="bg2">
                <a:lumMod val="75000"/>
              </a:schemeClr>
            </a:solid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Tree>
    <p:extLst>
      <p:ext uri="{BB962C8B-B14F-4D97-AF65-F5344CB8AC3E}">
        <p14:creationId xmlns:p14="http://schemas.microsoft.com/office/powerpoint/2010/main" val="9243908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Title and content 0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914400" y="731520"/>
            <a:ext cx="7671816" cy="2103120"/>
          </a:xfrm>
        </p:spPr>
        <p:txBody>
          <a:bodyPr anchor="b" anchorCtr="0">
            <a:normAutofit/>
          </a:bodyPr>
          <a:lstStyle/>
          <a:p>
            <a:r>
              <a:rPr lang="en-US"/>
              <a:t>Click to edit Master title style</a:t>
            </a:r>
            <a:endParaRPr lang="en-US" dirty="0"/>
          </a:p>
        </p:txBody>
      </p:sp>
      <p:sp>
        <p:nvSpPr>
          <p:cNvPr id="15" name="Content Placeholder 2">
            <a:extLst>
              <a:ext uri="{FF2B5EF4-FFF2-40B4-BE49-F238E27FC236}">
                <a16:creationId xmlns:a16="http://schemas.microsoft.com/office/drawing/2014/main" id="{F9296AFE-5FB8-52A4-3111-3B53DBE4DB3E}"/>
              </a:ext>
            </a:extLst>
          </p:cNvPr>
          <p:cNvSpPr>
            <a:spLocks noGrp="1"/>
          </p:cNvSpPr>
          <p:nvPr>
            <p:ph idx="14"/>
          </p:nvPr>
        </p:nvSpPr>
        <p:spPr>
          <a:xfrm>
            <a:off x="914400" y="3200400"/>
            <a:ext cx="10149840" cy="2834640"/>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3" name="Freeform: Shape 12">
            <a:extLst>
              <a:ext uri="{FF2B5EF4-FFF2-40B4-BE49-F238E27FC236}">
                <a16:creationId xmlns:a16="http://schemas.microsoft.com/office/drawing/2014/main" id="{809C5320-0161-C582-141C-55F06D4F3BAE}"/>
              </a:ext>
            </a:extLst>
          </p:cNvPr>
          <p:cNvSpPr/>
          <p:nvPr userDrawn="1"/>
        </p:nvSpPr>
        <p:spPr>
          <a:xfrm>
            <a:off x="8893126" y="351937"/>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7" name="Freeform 6">
            <a:extLst>
              <a:ext uri="{FF2B5EF4-FFF2-40B4-BE49-F238E27FC236}">
                <a16:creationId xmlns:a16="http://schemas.microsoft.com/office/drawing/2014/main" id="{29C982F3-4477-76AC-0429-350585A39FFA}"/>
              </a:ext>
            </a:extLst>
          </p:cNvPr>
          <p:cNvSpPr/>
          <p:nvPr userDrawn="1"/>
        </p:nvSpPr>
        <p:spPr>
          <a:xfrm>
            <a:off x="5255120"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5">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7">
            <a:extLst>
              <a:ext uri="{FF2B5EF4-FFF2-40B4-BE49-F238E27FC236}">
                <a16:creationId xmlns:a16="http://schemas.microsoft.com/office/drawing/2014/main" id="{87A8F7B2-0552-AAD4-9DE2-845DE10CA10A}"/>
              </a:ext>
            </a:extLst>
          </p:cNvPr>
          <p:cNvSpPr/>
          <p:nvPr userDrawn="1"/>
        </p:nvSpPr>
        <p:spPr>
          <a:xfrm>
            <a:off x="6710252"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9">
            <a:extLst>
              <a:ext uri="{FF2B5EF4-FFF2-40B4-BE49-F238E27FC236}">
                <a16:creationId xmlns:a16="http://schemas.microsoft.com/office/drawing/2014/main" id="{395DA7FF-BAA0-F04C-CA6C-16E9C2D55593}"/>
              </a:ext>
            </a:extLst>
          </p:cNvPr>
          <p:cNvSpPr/>
          <p:nvPr userDrawn="1"/>
        </p:nvSpPr>
        <p:spPr>
          <a:xfrm>
            <a:off x="879765"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Freeform 10">
            <a:extLst>
              <a:ext uri="{FF2B5EF4-FFF2-40B4-BE49-F238E27FC236}">
                <a16:creationId xmlns:a16="http://schemas.microsoft.com/office/drawing/2014/main" id="{468D9CEC-53B7-B8DC-B77E-E3F86681879C}"/>
              </a:ext>
            </a:extLst>
          </p:cNvPr>
          <p:cNvSpPr/>
          <p:nvPr userDrawn="1"/>
        </p:nvSpPr>
        <p:spPr>
          <a:xfrm>
            <a:off x="2336512" y="-9525"/>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2" name="Freeform 11">
            <a:extLst>
              <a:ext uri="{FF2B5EF4-FFF2-40B4-BE49-F238E27FC236}">
                <a16:creationId xmlns:a16="http://schemas.microsoft.com/office/drawing/2014/main" id="{9222D4D6-56B1-C4C3-0E51-FB22F0CD902B}"/>
              </a:ext>
            </a:extLst>
          </p:cNvPr>
          <p:cNvSpPr/>
          <p:nvPr userDrawn="1"/>
        </p:nvSpPr>
        <p:spPr>
          <a:xfrm>
            <a:off x="8160084" y="-10376"/>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12">
            <a:extLst>
              <a:ext uri="{FF2B5EF4-FFF2-40B4-BE49-F238E27FC236}">
                <a16:creationId xmlns:a16="http://schemas.microsoft.com/office/drawing/2014/main" id="{0E6292F0-9E78-C98C-097B-30DEBBC1B179}"/>
              </a:ext>
            </a:extLst>
          </p:cNvPr>
          <p:cNvSpPr/>
          <p:nvPr userDrawn="1"/>
        </p:nvSpPr>
        <p:spPr>
          <a:xfrm>
            <a:off x="9615216" y="0"/>
            <a:ext cx="1330247" cy="603188"/>
          </a:xfrm>
          <a:custGeom>
            <a:avLst/>
            <a:gdLst>
              <a:gd name="connsiteX0" fmla="*/ 0 w 1911968"/>
              <a:gd name="connsiteY0" fmla="*/ 0 h 866964"/>
              <a:gd name="connsiteX1" fmla="*/ 1911968 w 1911968"/>
              <a:gd name="connsiteY1" fmla="*/ 0 h 866964"/>
              <a:gd name="connsiteX2" fmla="*/ 1911621 w 1911968"/>
              <a:gd name="connsiteY2" fmla="*/ 335832 h 866964"/>
              <a:gd name="connsiteX3" fmla="*/ 956364 w 1911968"/>
              <a:gd name="connsiteY3" fmla="*/ 866964 h 866964"/>
              <a:gd name="connsiteX4" fmla="*/ 0 w 1911968"/>
              <a:gd name="connsiteY4" fmla="*/ 335755 h 8669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1968" h="866964">
                <a:moveTo>
                  <a:pt x="0" y="0"/>
                </a:moveTo>
                <a:lnTo>
                  <a:pt x="1911968" y="0"/>
                </a:lnTo>
                <a:lnTo>
                  <a:pt x="1911621" y="335832"/>
                </a:lnTo>
                <a:lnTo>
                  <a:pt x="956364" y="866964"/>
                </a:lnTo>
                <a:lnTo>
                  <a:pt x="0" y="335755"/>
                </a:ln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2">
            <a:extLst>
              <a:ext uri="{FF2B5EF4-FFF2-40B4-BE49-F238E27FC236}">
                <a16:creationId xmlns:a16="http://schemas.microsoft.com/office/drawing/2014/main" id="{315817B3-76DB-FDD0-60F7-E385C0E84F58}"/>
              </a:ext>
            </a:extLst>
          </p:cNvPr>
          <p:cNvSpPr/>
          <p:nvPr userDrawn="1"/>
        </p:nvSpPr>
        <p:spPr>
          <a:xfrm>
            <a:off x="10342958" y="320527"/>
            <a:ext cx="1331054" cy="150249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Tree>
    <p:extLst>
      <p:ext uri="{BB962C8B-B14F-4D97-AF65-F5344CB8AC3E}">
        <p14:creationId xmlns:p14="http://schemas.microsoft.com/office/powerpoint/2010/main" val="389171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8" name="Title Placeholder 4">
            <a:extLst>
              <a:ext uri="{FF2B5EF4-FFF2-40B4-BE49-F238E27FC236}">
                <a16:creationId xmlns:a16="http://schemas.microsoft.com/office/drawing/2014/main" id="{F73BF8E3-2426-5D65-6582-D4B03C765A5D}"/>
              </a:ext>
            </a:extLst>
          </p:cNvPr>
          <p:cNvSpPr>
            <a:spLocks noGrp="1"/>
          </p:cNvSpPr>
          <p:nvPr>
            <p:ph type="title"/>
          </p:nvPr>
        </p:nvSpPr>
        <p:spPr>
          <a:xfrm>
            <a:off x="6710510" y="2016579"/>
            <a:ext cx="4441188" cy="277585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2" name="Content placeholder 47">
            <a:extLst>
              <a:ext uri="{FF2B5EF4-FFF2-40B4-BE49-F238E27FC236}">
                <a16:creationId xmlns:a16="http://schemas.microsoft.com/office/drawing/2014/main" id="{117BCD91-6BBA-AACD-3424-C3A4E5C1AB1D}"/>
              </a:ext>
            </a:extLst>
          </p:cNvPr>
          <p:cNvSpPr>
            <a:spLocks noGrp="1" noChangeAspect="1"/>
          </p:cNvSpPr>
          <p:nvPr>
            <p:ph type="pic" sz="quarter" idx="48"/>
          </p:nvPr>
        </p:nvSpPr>
        <p:spPr>
          <a:xfrm>
            <a:off x="914400" y="539496"/>
            <a:ext cx="5025207" cy="5779008"/>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a:solidFill>
                  <a:schemeClr val="bg1"/>
                </a:solidFill>
              </a:defRPr>
            </a:lvl1pPr>
          </a:lstStyle>
          <a:p>
            <a:r>
              <a:rPr lang="en-US" altLang="zh-CN" noProof="0"/>
              <a:t>Click icon to add picture</a:t>
            </a:r>
            <a:endParaRPr lang="en-US" altLang="zh-CN" noProof="0" dirty="0"/>
          </a:p>
        </p:txBody>
      </p:sp>
      <p:pic>
        <p:nvPicPr>
          <p:cNvPr id="7" name="Shape 33">
            <a:extLst>
              <a:ext uri="{FF2B5EF4-FFF2-40B4-BE49-F238E27FC236}">
                <a16:creationId xmlns:a16="http://schemas.microsoft.com/office/drawing/2014/main" id="{78B6A20E-2402-E586-7E92-A2C0D0B854D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Lst>
          </a:blip>
          <a:srcRect/>
          <a:stretch>
            <a:fillRect/>
          </a:stretch>
        </p:blipFill>
        <p:spPr>
          <a:xfrm>
            <a:off x="352010" y="4038403"/>
            <a:ext cx="1438713" cy="16459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sp>
        <p:nvSpPr>
          <p:cNvPr id="3" name="Freeform: Shape 11">
            <a:extLst>
              <a:ext uri="{FF2B5EF4-FFF2-40B4-BE49-F238E27FC236}">
                <a16:creationId xmlns:a16="http://schemas.microsoft.com/office/drawing/2014/main" id="{20E24AA2-A4D8-FFB3-C801-0E57990B8CB6}"/>
              </a:ext>
            </a:extLst>
          </p:cNvPr>
          <p:cNvSpPr/>
          <p:nvPr userDrawn="1"/>
        </p:nvSpPr>
        <p:spPr>
          <a:xfrm>
            <a:off x="1360235" y="5541405"/>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1">
              <a:lumMod val="60000"/>
              <a:lumOff val="4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
        <p:nvSpPr>
          <p:cNvPr id="9" name="Freeform: Shape 5">
            <a:extLst>
              <a:ext uri="{FF2B5EF4-FFF2-40B4-BE49-F238E27FC236}">
                <a16:creationId xmlns:a16="http://schemas.microsoft.com/office/drawing/2014/main" id="{1FEC53F3-5030-5BCF-54CA-ABB14457C073}"/>
              </a:ext>
            </a:extLst>
          </p:cNvPr>
          <p:cNvSpPr/>
          <p:nvPr userDrawn="1"/>
        </p:nvSpPr>
        <p:spPr>
          <a:xfrm>
            <a:off x="5429027" y="393334"/>
            <a:ext cx="1244907" cy="140525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noProof="0" dirty="0"/>
          </a:p>
        </p:txBody>
      </p:sp>
    </p:spTree>
    <p:extLst>
      <p:ext uri="{BB962C8B-B14F-4D97-AF65-F5344CB8AC3E}">
        <p14:creationId xmlns:p14="http://schemas.microsoft.com/office/powerpoint/2010/main" val="34077113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86721E85-C7DE-A05F-D33D-97CAF161E33A}"/>
              </a:ext>
            </a:extLst>
          </p:cNvPr>
          <p:cNvSpPr/>
          <p:nvPr userDrawn="1"/>
        </p:nvSpPr>
        <p:spPr>
          <a:xfrm>
            <a:off x="0" y="2860787"/>
            <a:ext cx="2004570" cy="3676532"/>
          </a:xfrm>
          <a:custGeom>
            <a:avLst/>
            <a:gdLst>
              <a:gd name="connsiteX0" fmla="*/ 417538 w 2004570"/>
              <a:gd name="connsiteY0" fmla="*/ 0 h 3676532"/>
              <a:gd name="connsiteX1" fmla="*/ 2004570 w 2004570"/>
              <a:gd name="connsiteY1" fmla="*/ 925683 h 3676532"/>
              <a:gd name="connsiteX2" fmla="*/ 2004570 w 2004570"/>
              <a:gd name="connsiteY2" fmla="*/ 2763949 h 3676532"/>
              <a:gd name="connsiteX3" fmla="*/ 413202 w 2004570"/>
              <a:gd name="connsiteY3" fmla="*/ 3676532 h 3676532"/>
              <a:gd name="connsiteX4" fmla="*/ 0 w 2004570"/>
              <a:gd name="connsiteY4" fmla="*/ 3439338 h 3676532"/>
              <a:gd name="connsiteX5" fmla="*/ 0 w 2004570"/>
              <a:gd name="connsiteY5" fmla="*/ 241075 h 367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04570" h="3676532">
                <a:moveTo>
                  <a:pt x="417538" y="0"/>
                </a:moveTo>
                <a:lnTo>
                  <a:pt x="2004570" y="925683"/>
                </a:lnTo>
                <a:lnTo>
                  <a:pt x="2004570" y="2763949"/>
                </a:lnTo>
                <a:lnTo>
                  <a:pt x="413202" y="3676532"/>
                </a:lnTo>
                <a:lnTo>
                  <a:pt x="0" y="3439338"/>
                </a:lnTo>
                <a:lnTo>
                  <a:pt x="0" y="241075"/>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2BA5A58B-9440-7DAB-E7D7-3143B049FBAC}"/>
              </a:ext>
            </a:extLst>
          </p:cNvPr>
          <p:cNvSpPr/>
          <p:nvPr userDrawn="1"/>
        </p:nvSpPr>
        <p:spPr>
          <a:xfrm flipH="1">
            <a:off x="657773" y="5253270"/>
            <a:ext cx="1710765" cy="1621875"/>
          </a:xfrm>
          <a:custGeom>
            <a:avLst/>
            <a:gdLst>
              <a:gd name="connsiteX0" fmla="*/ 852873 w 1710765"/>
              <a:gd name="connsiteY0" fmla="*/ 0 h 1593273"/>
              <a:gd name="connsiteX1" fmla="*/ 0 w 1710765"/>
              <a:gd name="connsiteY1" fmla="*/ 494134 h 1593273"/>
              <a:gd name="connsiteX2" fmla="*/ 0 w 1710765"/>
              <a:gd name="connsiteY2" fmla="*/ 1475410 h 1593273"/>
              <a:gd name="connsiteX3" fmla="*/ 206916 w 1710765"/>
              <a:gd name="connsiteY3" fmla="*/ 1593273 h 1593273"/>
              <a:gd name="connsiteX4" fmla="*/ 1502835 w 1710765"/>
              <a:gd name="connsiteY4" fmla="*/ 1593273 h 1593273"/>
              <a:gd name="connsiteX5" fmla="*/ 1709418 w 1710765"/>
              <a:gd name="connsiteY5" fmla="*/ 1475480 h 1593273"/>
              <a:gd name="connsiteX6" fmla="*/ 1710407 w 1710765"/>
              <a:gd name="connsiteY6" fmla="*/ 491803 h 1593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10765" h="1593273">
                <a:moveTo>
                  <a:pt x="852873" y="0"/>
                </a:moveTo>
                <a:lnTo>
                  <a:pt x="0" y="494134"/>
                </a:lnTo>
                <a:lnTo>
                  <a:pt x="0" y="1475410"/>
                </a:lnTo>
                <a:lnTo>
                  <a:pt x="206916" y="1593273"/>
                </a:lnTo>
                <a:lnTo>
                  <a:pt x="1502835" y="1593273"/>
                </a:lnTo>
                <a:lnTo>
                  <a:pt x="1709418" y="1475480"/>
                </a:lnTo>
                <a:cubicBezTo>
                  <a:pt x="1707864" y="1146834"/>
                  <a:pt x="1711961" y="820449"/>
                  <a:pt x="1710407" y="491803"/>
                </a:cubicBezTo>
                <a:close/>
              </a:path>
            </a:pathLst>
          </a:cu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7" name="Freeform: Shape 24">
            <a:extLst>
              <a:ext uri="{FF2B5EF4-FFF2-40B4-BE49-F238E27FC236}">
                <a16:creationId xmlns:a16="http://schemas.microsoft.com/office/drawing/2014/main" id="{A23F9759-CF52-CE45-5E22-9678534685A7}"/>
              </a:ext>
            </a:extLst>
          </p:cNvPr>
          <p:cNvSpPr/>
          <p:nvPr userDrawn="1"/>
        </p:nvSpPr>
        <p:spPr>
          <a:xfrm flipH="1">
            <a:off x="2275432" y="4699053"/>
            <a:ext cx="668814" cy="784693"/>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6" name="Title 5">
            <a:extLst>
              <a:ext uri="{FF2B5EF4-FFF2-40B4-BE49-F238E27FC236}">
                <a16:creationId xmlns:a16="http://schemas.microsoft.com/office/drawing/2014/main" id="{5D84FCC1-368D-680C-31AA-597C3AAF4232}"/>
              </a:ext>
            </a:extLst>
          </p:cNvPr>
          <p:cNvSpPr>
            <a:spLocks noGrp="1"/>
          </p:cNvSpPr>
          <p:nvPr>
            <p:ph type="title"/>
          </p:nvPr>
        </p:nvSpPr>
        <p:spPr>
          <a:xfrm>
            <a:off x="3465576" y="1499616"/>
            <a:ext cx="7955280" cy="1335024"/>
          </a:xfrm>
        </p:spPr>
        <p:txBody>
          <a:bodyPr anchor="b">
            <a:normAutofit/>
          </a:bodyPr>
          <a:lstStyle>
            <a:lvl1pPr>
              <a:defRPr sz="3600"/>
            </a:lvl1pPr>
          </a:lstStyle>
          <a:p>
            <a:r>
              <a:rPr lang="en-US"/>
              <a:t>Click to edit Master title style</a:t>
            </a:r>
            <a:endParaRPr lang="en-US" dirty="0"/>
          </a:p>
        </p:txBody>
      </p:sp>
      <p:sp>
        <p:nvSpPr>
          <p:cNvPr id="4" name="Content Placeholder 2">
            <a:extLst>
              <a:ext uri="{FF2B5EF4-FFF2-40B4-BE49-F238E27FC236}">
                <a16:creationId xmlns:a16="http://schemas.microsoft.com/office/drawing/2014/main" id="{6FFF81D2-C0B4-3B82-8DF6-D10CC07C441C}"/>
              </a:ext>
            </a:extLst>
          </p:cNvPr>
          <p:cNvSpPr>
            <a:spLocks noGrp="1"/>
          </p:cNvSpPr>
          <p:nvPr>
            <p:ph idx="14"/>
          </p:nvPr>
        </p:nvSpPr>
        <p:spPr>
          <a:xfrm>
            <a:off x="3465576" y="3108960"/>
            <a:ext cx="4572000" cy="3108960"/>
          </a:xfrm>
        </p:spPr>
        <p:txBody>
          <a:bodyPr/>
          <a:lstStyle>
            <a:lvl1pPr marL="512064" indent="-512064">
              <a:buFont typeface="+mj-lt"/>
              <a:buAutoNum type="arabicPeriod"/>
              <a:defRPr sz="1800"/>
            </a:lvl1pPr>
            <a:lvl2pPr marL="1097280" indent="-512064">
              <a:buFont typeface="+mj-lt"/>
              <a:buAutoNum type="alphaLcPeriod"/>
              <a:defRPr sz="1800"/>
            </a:lvl2pPr>
            <a:lvl3pPr marL="1645920" indent="-512064">
              <a:buFont typeface="+mj-lt"/>
              <a:buAutoNum type="romanLcPeriod"/>
              <a:defRPr sz="1800"/>
            </a:lvl3pPr>
            <a:lvl4pPr marL="2194560" indent="-512064">
              <a:buFont typeface="+mj-lt"/>
              <a:buAutoNum type="arabicParen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Content Placeholder 2">
            <a:extLst>
              <a:ext uri="{FF2B5EF4-FFF2-40B4-BE49-F238E27FC236}">
                <a16:creationId xmlns:a16="http://schemas.microsoft.com/office/drawing/2014/main" id="{F190F721-56C7-251D-948D-117696095C32}"/>
              </a:ext>
            </a:extLst>
          </p:cNvPr>
          <p:cNvSpPr>
            <a:spLocks noGrp="1"/>
          </p:cNvSpPr>
          <p:nvPr>
            <p:ph idx="1"/>
          </p:nvPr>
        </p:nvSpPr>
        <p:spPr>
          <a:xfrm>
            <a:off x="8229600" y="3108960"/>
            <a:ext cx="3017520" cy="3108960"/>
          </a:xfrm>
        </p:spPr>
        <p:txBody>
          <a:bodyPr/>
          <a:lstStyle>
            <a:lvl1pPr marL="0" indent="0">
              <a:lnSpc>
                <a:spcPct val="100000"/>
              </a:lnSpc>
              <a:spcBef>
                <a:spcPts val="0"/>
              </a:spcBef>
              <a:spcAft>
                <a:spcPts val="600"/>
              </a:spcAft>
              <a:buNone/>
              <a:defRPr sz="1800"/>
            </a:lvl1pPr>
            <a:lvl2pPr>
              <a:lnSpc>
                <a:spcPct val="100000"/>
              </a:lnSpc>
              <a:spcBef>
                <a:spcPts val="0"/>
              </a:spcBef>
              <a:spcAft>
                <a:spcPts val="600"/>
              </a:spcAft>
              <a:defRPr sz="1800"/>
            </a:lvl2pPr>
            <a:lvl3pPr>
              <a:lnSpc>
                <a:spcPct val="100000"/>
              </a:lnSpc>
              <a:spcBef>
                <a:spcPts val="0"/>
              </a:spcBef>
              <a:spcAft>
                <a:spcPts val="600"/>
              </a:spcAft>
              <a:defRPr sz="1800"/>
            </a:lvl3pPr>
            <a:lvl4pPr>
              <a:lnSpc>
                <a:spcPct val="100000"/>
              </a:lnSpc>
              <a:spcBef>
                <a:spcPts val="0"/>
              </a:spcBef>
              <a:spcAft>
                <a:spcPts val="600"/>
              </a:spcAft>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Footer Placeholder 7">
            <a:extLst>
              <a:ext uri="{FF2B5EF4-FFF2-40B4-BE49-F238E27FC236}">
                <a16:creationId xmlns:a16="http://schemas.microsoft.com/office/drawing/2014/main" id="{6C94E8A0-C02C-2322-50C1-50080A793F84}"/>
              </a:ext>
            </a:extLst>
          </p:cNvPr>
          <p:cNvSpPr>
            <a:spLocks noGrp="1"/>
          </p:cNvSpPr>
          <p:nvPr>
            <p:ph type="ftr" sz="quarter" idx="41"/>
          </p:nvPr>
        </p:nvSpPr>
        <p:spPr>
          <a:xfrm>
            <a:off x="3465576" y="6217920"/>
            <a:ext cx="4114800" cy="365125"/>
          </a:xfrm>
        </p:spPr>
        <p:txBody>
          <a:bodyPr/>
          <a:lstStyle/>
          <a:p>
            <a:endParaRPr lang="en-US" noProof="0" dirty="0"/>
          </a:p>
        </p:txBody>
      </p:sp>
      <p:sp>
        <p:nvSpPr>
          <p:cNvPr id="5" name="Slide Number Placeholder 4">
            <a:extLst>
              <a:ext uri="{FF2B5EF4-FFF2-40B4-BE49-F238E27FC236}">
                <a16:creationId xmlns:a16="http://schemas.microsoft.com/office/drawing/2014/main" id="{2446A453-65E1-B688-A3F9-EA0AA347DDEA}"/>
              </a:ext>
            </a:extLst>
          </p:cNvPr>
          <p:cNvSpPr>
            <a:spLocks noGrp="1"/>
          </p:cNvSpPr>
          <p:nvPr>
            <p:ph type="sldNum" sz="quarter" idx="40"/>
          </p:nvPr>
        </p:nvSpPr>
        <p:spPr/>
        <p:txBody>
          <a:bodyPr>
            <a:noAutofit/>
          </a:bodyPr>
          <a:lstStyle/>
          <a:p>
            <a:fld id="{47FEACEE-25B4-4A2D-B147-27296E36371D}" type="slidenum">
              <a:rPr lang="en-US" altLang="zh-CN" noProof="0" smtClean="0"/>
              <a:pPr/>
              <a:t>‹#›</a:t>
            </a:fld>
            <a:endParaRPr lang="en-US" altLang="zh-CN" noProof="0" dirty="0"/>
          </a:p>
        </p:txBody>
      </p:sp>
      <p:sp>
        <p:nvSpPr>
          <p:cNvPr id="2" name="Freeform: Shape 12">
            <a:extLst>
              <a:ext uri="{FF2B5EF4-FFF2-40B4-BE49-F238E27FC236}">
                <a16:creationId xmlns:a16="http://schemas.microsoft.com/office/drawing/2014/main" id="{0750FD92-E143-4402-D455-30DC417CBDBE}"/>
              </a:ext>
            </a:extLst>
          </p:cNvPr>
          <p:cNvSpPr/>
          <p:nvPr userDrawn="1"/>
        </p:nvSpPr>
        <p:spPr>
          <a:xfrm>
            <a:off x="1198465" y="958947"/>
            <a:ext cx="1544735" cy="174369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noProof="0" dirty="0"/>
          </a:p>
        </p:txBody>
      </p:sp>
      <p:sp>
        <p:nvSpPr>
          <p:cNvPr id="29" name="Freeform 28">
            <a:extLst>
              <a:ext uri="{FF2B5EF4-FFF2-40B4-BE49-F238E27FC236}">
                <a16:creationId xmlns:a16="http://schemas.microsoft.com/office/drawing/2014/main" id="{6B13E9E2-D67B-E75B-D60D-CE3782A4FC67}"/>
              </a:ext>
            </a:extLst>
          </p:cNvPr>
          <p:cNvSpPr/>
          <p:nvPr userDrawn="1"/>
        </p:nvSpPr>
        <p:spPr>
          <a:xfrm>
            <a:off x="326738" y="0"/>
            <a:ext cx="1544359" cy="1254845"/>
          </a:xfrm>
          <a:custGeom>
            <a:avLst/>
            <a:gdLst>
              <a:gd name="connsiteX0" fmla="*/ 0 w 1544359"/>
              <a:gd name="connsiteY0" fmla="*/ 0 h 1254845"/>
              <a:gd name="connsiteX1" fmla="*/ 1544359 w 1544359"/>
              <a:gd name="connsiteY1" fmla="*/ 0 h 1254845"/>
              <a:gd name="connsiteX2" fmla="*/ 1543519 w 1544359"/>
              <a:gd name="connsiteY2" fmla="*/ 822090 h 1254845"/>
              <a:gd name="connsiteX3" fmla="*/ 772206 w 1544359"/>
              <a:gd name="connsiteY3" fmla="*/ 1254845 h 1254845"/>
              <a:gd name="connsiteX4" fmla="*/ 0 w 1544359"/>
              <a:gd name="connsiteY4" fmla="*/ 822027 h 12548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44359" h="1254845">
                <a:moveTo>
                  <a:pt x="0" y="0"/>
                </a:moveTo>
                <a:lnTo>
                  <a:pt x="1544359" y="0"/>
                </a:lnTo>
                <a:lnTo>
                  <a:pt x="1543519" y="822090"/>
                </a:lnTo>
                <a:lnTo>
                  <a:pt x="772206" y="1254845"/>
                </a:lnTo>
                <a:lnTo>
                  <a:pt x="0" y="822027"/>
                </a:ln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26621137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 04">
    <p:spTree>
      <p:nvGrpSpPr>
        <p:cNvPr id="1" name=""/>
        <p:cNvGrpSpPr/>
        <p:nvPr/>
      </p:nvGrpSpPr>
      <p:grpSpPr>
        <a:xfrm>
          <a:off x="0" y="0"/>
          <a:ext cx="0" cy="0"/>
          <a:chOff x="0" y="0"/>
          <a:chExt cx="0" cy="0"/>
        </a:xfrm>
      </p:grpSpPr>
      <p:sp>
        <p:nvSpPr>
          <p:cNvPr id="47" name="Freeform 46">
            <a:extLst>
              <a:ext uri="{FF2B5EF4-FFF2-40B4-BE49-F238E27FC236}">
                <a16:creationId xmlns:a16="http://schemas.microsoft.com/office/drawing/2014/main" id="{39B50CEE-D9F9-B5CD-C274-BEAA5EAB37E3}"/>
              </a:ext>
            </a:extLst>
          </p:cNvPr>
          <p:cNvSpPr/>
          <p:nvPr userDrawn="1"/>
        </p:nvSpPr>
        <p:spPr>
          <a:xfrm>
            <a:off x="410352" y="12435"/>
            <a:ext cx="1455521" cy="1019127"/>
          </a:xfrm>
          <a:custGeom>
            <a:avLst/>
            <a:gdLst>
              <a:gd name="connsiteX0" fmla="*/ 219223 w 1455521"/>
              <a:gd name="connsiteY0" fmla="*/ 0 h 1019127"/>
              <a:gd name="connsiteX1" fmla="*/ 1236298 w 1455521"/>
              <a:gd name="connsiteY1" fmla="*/ 0 h 1019127"/>
              <a:gd name="connsiteX2" fmla="*/ 1455521 w 1455521"/>
              <a:gd name="connsiteY2" fmla="*/ 385779 h 1019127"/>
              <a:gd name="connsiteX3" fmla="*/ 1095615 w 1455521"/>
              <a:gd name="connsiteY3" fmla="*/ 1019127 h 1019127"/>
              <a:gd name="connsiteX4" fmla="*/ 359906 w 1455521"/>
              <a:gd name="connsiteY4" fmla="*/ 1019127 h 1019127"/>
              <a:gd name="connsiteX5" fmla="*/ 0 w 1455521"/>
              <a:gd name="connsiteY5" fmla="*/ 385779 h 1019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1019127">
                <a:moveTo>
                  <a:pt x="219223" y="0"/>
                </a:moveTo>
                <a:lnTo>
                  <a:pt x="1236298" y="0"/>
                </a:lnTo>
                <a:lnTo>
                  <a:pt x="1455521" y="385779"/>
                </a:lnTo>
                <a:lnTo>
                  <a:pt x="1095615" y="1019127"/>
                </a:lnTo>
                <a:lnTo>
                  <a:pt x="359906" y="1019127"/>
                </a:lnTo>
                <a:lnTo>
                  <a:pt x="0" y="385779"/>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Hexagon 15">
            <a:extLst>
              <a:ext uri="{FF2B5EF4-FFF2-40B4-BE49-F238E27FC236}">
                <a16:creationId xmlns:a16="http://schemas.microsoft.com/office/drawing/2014/main" id="{93831F6E-A0DA-46E5-AF13-ED5D9ABF108D}"/>
              </a:ext>
            </a:extLst>
          </p:cNvPr>
          <p:cNvSpPr/>
          <p:nvPr userDrawn="1"/>
        </p:nvSpPr>
        <p:spPr>
          <a:xfrm>
            <a:off x="1579486" y="450004"/>
            <a:ext cx="1455521" cy="1266696"/>
          </a:xfrm>
          <a:prstGeom prst="hexagon">
            <a:avLst>
              <a:gd name="adj" fmla="val 28413"/>
              <a:gd name="vf" fmla="val 115470"/>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0" name="Hexagon 17">
            <a:extLst>
              <a:ext uri="{FF2B5EF4-FFF2-40B4-BE49-F238E27FC236}">
                <a16:creationId xmlns:a16="http://schemas.microsoft.com/office/drawing/2014/main" id="{18B06ECC-5FA7-4ACA-86BF-694240D0C05B}"/>
              </a:ext>
            </a:extLst>
          </p:cNvPr>
          <p:cNvSpPr/>
          <p:nvPr userDrawn="1"/>
        </p:nvSpPr>
        <p:spPr>
          <a:xfrm>
            <a:off x="412218" y="1136470"/>
            <a:ext cx="1455521" cy="1266696"/>
          </a:xfrm>
          <a:prstGeom prst="hexagon">
            <a:avLst>
              <a:gd name="adj" fmla="val 28413"/>
              <a:gd name="vf" fmla="val 11547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1" name="Hexagon 19">
            <a:extLst>
              <a:ext uri="{FF2B5EF4-FFF2-40B4-BE49-F238E27FC236}">
                <a16:creationId xmlns:a16="http://schemas.microsoft.com/office/drawing/2014/main" id="{089AA305-8FFC-46A5-B806-D5D78320D0CD}"/>
              </a:ext>
            </a:extLst>
          </p:cNvPr>
          <p:cNvSpPr/>
          <p:nvPr userDrawn="1"/>
        </p:nvSpPr>
        <p:spPr>
          <a:xfrm>
            <a:off x="1580070" y="1812437"/>
            <a:ext cx="1455521" cy="1266696"/>
          </a:xfrm>
          <a:prstGeom prst="hexagon">
            <a:avLst>
              <a:gd name="adj" fmla="val 28413"/>
              <a:gd name="vf" fmla="val 11547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2" name="Hexagon 21">
            <a:extLst>
              <a:ext uri="{FF2B5EF4-FFF2-40B4-BE49-F238E27FC236}">
                <a16:creationId xmlns:a16="http://schemas.microsoft.com/office/drawing/2014/main" id="{DB2D65ED-32BC-44B2-92F3-E16717051CA1}"/>
              </a:ext>
            </a:extLst>
          </p:cNvPr>
          <p:cNvSpPr/>
          <p:nvPr userDrawn="1"/>
        </p:nvSpPr>
        <p:spPr>
          <a:xfrm>
            <a:off x="3953772" y="4582171"/>
            <a:ext cx="1455521" cy="1266696"/>
          </a:xfrm>
          <a:prstGeom prst="hexagon">
            <a:avLst>
              <a:gd name="adj" fmla="val 28413"/>
              <a:gd name="vf" fmla="val 115470"/>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44" name="Freeform 43">
            <a:extLst>
              <a:ext uri="{FF2B5EF4-FFF2-40B4-BE49-F238E27FC236}">
                <a16:creationId xmlns:a16="http://schemas.microsoft.com/office/drawing/2014/main" id="{6100186E-95B0-AB29-6F1D-DBFBAA566DB2}"/>
              </a:ext>
            </a:extLst>
          </p:cNvPr>
          <p:cNvSpPr/>
          <p:nvPr userDrawn="1"/>
        </p:nvSpPr>
        <p:spPr>
          <a:xfrm>
            <a:off x="3955762" y="5952136"/>
            <a:ext cx="1455521" cy="932559"/>
          </a:xfrm>
          <a:custGeom>
            <a:avLst/>
            <a:gdLst>
              <a:gd name="connsiteX0" fmla="*/ 359906 w 1455521"/>
              <a:gd name="connsiteY0" fmla="*/ 0 h 932559"/>
              <a:gd name="connsiteX1" fmla="*/ 1095615 w 1455521"/>
              <a:gd name="connsiteY1" fmla="*/ 0 h 932559"/>
              <a:gd name="connsiteX2" fmla="*/ 1455521 w 1455521"/>
              <a:gd name="connsiteY2" fmla="*/ 633348 h 932559"/>
              <a:gd name="connsiteX3" fmla="*/ 1285492 w 1455521"/>
              <a:gd name="connsiteY3" fmla="*/ 932559 h 932559"/>
              <a:gd name="connsiteX4" fmla="*/ 170030 w 1455521"/>
              <a:gd name="connsiteY4" fmla="*/ 932559 h 932559"/>
              <a:gd name="connsiteX5" fmla="*/ 0 w 1455521"/>
              <a:gd name="connsiteY5" fmla="*/ 633348 h 932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932559">
                <a:moveTo>
                  <a:pt x="359906" y="0"/>
                </a:moveTo>
                <a:lnTo>
                  <a:pt x="1095615" y="0"/>
                </a:lnTo>
                <a:lnTo>
                  <a:pt x="1455521" y="633348"/>
                </a:lnTo>
                <a:lnTo>
                  <a:pt x="1285492" y="932559"/>
                </a:lnTo>
                <a:lnTo>
                  <a:pt x="170030" y="932559"/>
                </a:lnTo>
                <a:lnTo>
                  <a:pt x="0" y="633348"/>
                </a:lnTo>
                <a:close/>
              </a:path>
            </a:pathLst>
          </a:cu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Hexagon 27">
            <a:extLst>
              <a:ext uri="{FF2B5EF4-FFF2-40B4-BE49-F238E27FC236}">
                <a16:creationId xmlns:a16="http://schemas.microsoft.com/office/drawing/2014/main" id="{5275D449-7441-440B-8584-96D25256F24D}"/>
              </a:ext>
            </a:extLst>
          </p:cNvPr>
          <p:cNvSpPr/>
          <p:nvPr userDrawn="1"/>
        </p:nvSpPr>
        <p:spPr>
          <a:xfrm>
            <a:off x="2783996" y="5245443"/>
            <a:ext cx="1455521" cy="1266696"/>
          </a:xfrm>
          <a:prstGeom prst="hexagon">
            <a:avLst>
              <a:gd name="adj" fmla="val 28413"/>
              <a:gd name="vf" fmla="val 11547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5" name="Hexagon 21">
            <a:extLst>
              <a:ext uri="{FF2B5EF4-FFF2-40B4-BE49-F238E27FC236}">
                <a16:creationId xmlns:a16="http://schemas.microsoft.com/office/drawing/2014/main" id="{AA088CB3-68C2-8BF7-640B-511D7AD708D4}"/>
              </a:ext>
            </a:extLst>
          </p:cNvPr>
          <p:cNvSpPr/>
          <p:nvPr userDrawn="1"/>
        </p:nvSpPr>
        <p:spPr>
          <a:xfrm>
            <a:off x="2757266" y="2493385"/>
            <a:ext cx="1467568" cy="1305975"/>
          </a:xfrm>
          <a:prstGeom prst="hexagon">
            <a:avLst>
              <a:gd name="adj" fmla="val 28413"/>
              <a:gd name="vf" fmla="val 115470"/>
            </a:avLst>
          </a:prstGeom>
          <a:noFill/>
          <a:ln w="19050">
            <a:solidFill>
              <a:srgbClr val="D84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5" name="Hexagon 28">
            <a:extLst>
              <a:ext uri="{FF2B5EF4-FFF2-40B4-BE49-F238E27FC236}">
                <a16:creationId xmlns:a16="http://schemas.microsoft.com/office/drawing/2014/main" id="{94CFCD79-F5CD-4175-96DE-1AC2E1999DB6}"/>
              </a:ext>
            </a:extLst>
          </p:cNvPr>
          <p:cNvSpPr/>
          <p:nvPr userDrawn="1"/>
        </p:nvSpPr>
        <p:spPr>
          <a:xfrm>
            <a:off x="2767144" y="3880620"/>
            <a:ext cx="1455521" cy="1266696"/>
          </a:xfrm>
          <a:prstGeom prst="hexagon">
            <a:avLst>
              <a:gd name="adj" fmla="val 28413"/>
              <a:gd name="vf" fmla="val 115470"/>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43" name="Freeform 42">
            <a:extLst>
              <a:ext uri="{FF2B5EF4-FFF2-40B4-BE49-F238E27FC236}">
                <a16:creationId xmlns:a16="http://schemas.microsoft.com/office/drawing/2014/main" id="{C8667104-E096-23C3-4C2C-5277C2AF5C57}"/>
              </a:ext>
            </a:extLst>
          </p:cNvPr>
          <p:cNvSpPr/>
          <p:nvPr userDrawn="1"/>
        </p:nvSpPr>
        <p:spPr>
          <a:xfrm>
            <a:off x="3702" y="448131"/>
            <a:ext cx="678871" cy="1266696"/>
          </a:xfrm>
          <a:custGeom>
            <a:avLst/>
            <a:gdLst>
              <a:gd name="connsiteX0" fmla="*/ 0 w 678871"/>
              <a:gd name="connsiteY0" fmla="*/ 0 h 1266696"/>
              <a:gd name="connsiteX1" fmla="*/ 318965 w 678871"/>
              <a:gd name="connsiteY1" fmla="*/ 0 h 1266696"/>
              <a:gd name="connsiteX2" fmla="*/ 678871 w 678871"/>
              <a:gd name="connsiteY2" fmla="*/ 633348 h 1266696"/>
              <a:gd name="connsiteX3" fmla="*/ 318965 w 678871"/>
              <a:gd name="connsiteY3" fmla="*/ 1266696 h 1266696"/>
              <a:gd name="connsiteX4" fmla="*/ 0 w 678871"/>
              <a:gd name="connsiteY4" fmla="*/ 1266696 h 12666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8871" h="1266696">
                <a:moveTo>
                  <a:pt x="0" y="0"/>
                </a:moveTo>
                <a:lnTo>
                  <a:pt x="318965" y="0"/>
                </a:lnTo>
                <a:lnTo>
                  <a:pt x="678871" y="633348"/>
                </a:lnTo>
                <a:lnTo>
                  <a:pt x="318965" y="1266696"/>
                </a:lnTo>
                <a:lnTo>
                  <a:pt x="0" y="1266696"/>
                </a:lnTo>
                <a:close/>
              </a:path>
            </a:pathLst>
          </a:cu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Hexagon 31">
            <a:extLst>
              <a:ext uri="{FF2B5EF4-FFF2-40B4-BE49-F238E27FC236}">
                <a16:creationId xmlns:a16="http://schemas.microsoft.com/office/drawing/2014/main" id="{61BB4AB0-7C5C-4697-A25B-0AFD8754AB52}"/>
              </a:ext>
            </a:extLst>
          </p:cNvPr>
          <p:cNvSpPr/>
          <p:nvPr userDrawn="1"/>
        </p:nvSpPr>
        <p:spPr>
          <a:xfrm>
            <a:off x="1580353" y="3182793"/>
            <a:ext cx="1455521" cy="1266696"/>
          </a:xfrm>
          <a:prstGeom prst="hexagon">
            <a:avLst>
              <a:gd name="adj" fmla="val 28413"/>
              <a:gd name="vf" fmla="val 115470"/>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7" name="Hexagon 28">
            <a:extLst>
              <a:ext uri="{FF2B5EF4-FFF2-40B4-BE49-F238E27FC236}">
                <a16:creationId xmlns:a16="http://schemas.microsoft.com/office/drawing/2014/main" id="{E4EF439B-1CC3-CA39-B62A-E54F83ED70D2}"/>
              </a:ext>
            </a:extLst>
          </p:cNvPr>
          <p:cNvSpPr/>
          <p:nvPr userDrawn="1"/>
        </p:nvSpPr>
        <p:spPr>
          <a:xfrm>
            <a:off x="396269" y="2511644"/>
            <a:ext cx="1455521" cy="1266696"/>
          </a:xfrm>
          <a:prstGeom prst="hexagon">
            <a:avLst>
              <a:gd name="adj" fmla="val 28413"/>
              <a:gd name="vf" fmla="val 115470"/>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46" name="Freeform 45">
            <a:extLst>
              <a:ext uri="{FF2B5EF4-FFF2-40B4-BE49-F238E27FC236}">
                <a16:creationId xmlns:a16="http://schemas.microsoft.com/office/drawing/2014/main" id="{2363FF00-E570-D743-258E-E9FEF4F02A08}"/>
              </a:ext>
            </a:extLst>
          </p:cNvPr>
          <p:cNvSpPr/>
          <p:nvPr userDrawn="1"/>
        </p:nvSpPr>
        <p:spPr>
          <a:xfrm>
            <a:off x="6334981" y="5962237"/>
            <a:ext cx="1455521" cy="901561"/>
          </a:xfrm>
          <a:custGeom>
            <a:avLst/>
            <a:gdLst>
              <a:gd name="connsiteX0" fmla="*/ 359906 w 1455521"/>
              <a:gd name="connsiteY0" fmla="*/ 0 h 901561"/>
              <a:gd name="connsiteX1" fmla="*/ 1095615 w 1455521"/>
              <a:gd name="connsiteY1" fmla="*/ 0 h 901561"/>
              <a:gd name="connsiteX2" fmla="*/ 1455521 w 1455521"/>
              <a:gd name="connsiteY2" fmla="*/ 633348 h 901561"/>
              <a:gd name="connsiteX3" fmla="*/ 1303107 w 1455521"/>
              <a:gd name="connsiteY3" fmla="*/ 901561 h 901561"/>
              <a:gd name="connsiteX4" fmla="*/ 152415 w 1455521"/>
              <a:gd name="connsiteY4" fmla="*/ 901561 h 901561"/>
              <a:gd name="connsiteX5" fmla="*/ 0 w 1455521"/>
              <a:gd name="connsiteY5" fmla="*/ 633348 h 901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901561">
                <a:moveTo>
                  <a:pt x="359906" y="0"/>
                </a:moveTo>
                <a:lnTo>
                  <a:pt x="1095615" y="0"/>
                </a:lnTo>
                <a:lnTo>
                  <a:pt x="1455521" y="633348"/>
                </a:lnTo>
                <a:lnTo>
                  <a:pt x="1303107" y="901561"/>
                </a:lnTo>
                <a:lnTo>
                  <a:pt x="152415" y="901561"/>
                </a:lnTo>
                <a:lnTo>
                  <a:pt x="0" y="633348"/>
                </a:lnTo>
                <a:close/>
              </a:path>
            </a:pathLst>
          </a:custGeom>
          <a:noFill/>
          <a:ln w="19050">
            <a:solidFill>
              <a:srgbClr val="98432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Hexagon 21">
            <a:extLst>
              <a:ext uri="{FF2B5EF4-FFF2-40B4-BE49-F238E27FC236}">
                <a16:creationId xmlns:a16="http://schemas.microsoft.com/office/drawing/2014/main" id="{A38FF139-88E9-67A9-6010-4EDFB851076B}"/>
              </a:ext>
            </a:extLst>
          </p:cNvPr>
          <p:cNvSpPr/>
          <p:nvPr userDrawn="1"/>
        </p:nvSpPr>
        <p:spPr>
          <a:xfrm>
            <a:off x="5150156" y="5261378"/>
            <a:ext cx="1455521" cy="1266696"/>
          </a:xfrm>
          <a:prstGeom prst="hexagon">
            <a:avLst>
              <a:gd name="adj" fmla="val 28413"/>
              <a:gd name="vf" fmla="val 115470"/>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Hexagon 21">
            <a:extLst>
              <a:ext uri="{FF2B5EF4-FFF2-40B4-BE49-F238E27FC236}">
                <a16:creationId xmlns:a16="http://schemas.microsoft.com/office/drawing/2014/main" id="{99956147-4454-5EA6-FC9C-94C08EE35F28}"/>
              </a:ext>
            </a:extLst>
          </p:cNvPr>
          <p:cNvSpPr/>
          <p:nvPr userDrawn="1"/>
        </p:nvSpPr>
        <p:spPr>
          <a:xfrm>
            <a:off x="3948599" y="3206642"/>
            <a:ext cx="1455521" cy="1266696"/>
          </a:xfrm>
          <a:prstGeom prst="hexagon">
            <a:avLst>
              <a:gd name="adj" fmla="val 28413"/>
              <a:gd name="vf" fmla="val 11547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2" name="Title 1">
            <a:extLst>
              <a:ext uri="{FF2B5EF4-FFF2-40B4-BE49-F238E27FC236}">
                <a16:creationId xmlns:a16="http://schemas.microsoft.com/office/drawing/2014/main" id="{4722C9EB-D452-B3DF-5219-160F48DE789C}"/>
              </a:ext>
            </a:extLst>
          </p:cNvPr>
          <p:cNvSpPr>
            <a:spLocks noGrp="1"/>
          </p:cNvSpPr>
          <p:nvPr>
            <p:ph type="title"/>
          </p:nvPr>
        </p:nvSpPr>
        <p:spPr>
          <a:xfrm>
            <a:off x="6035040" y="731520"/>
            <a:ext cx="5394960" cy="2103120"/>
          </a:xfrm>
        </p:spPr>
        <p:txBody>
          <a:bodyPr anchor="b">
            <a:normAutofit/>
          </a:bodyPr>
          <a:lstStyle/>
          <a:p>
            <a:r>
              <a:rPr lang="en-US"/>
              <a:t>Click to edit Master title style</a:t>
            </a:r>
            <a:endParaRPr lang="en-US" dirty="0"/>
          </a:p>
        </p:txBody>
      </p:sp>
      <p:sp>
        <p:nvSpPr>
          <p:cNvPr id="21" name="Content Placeholder 47" descr="Click icon to add picture">
            <a:extLst>
              <a:ext uri="{FF2B5EF4-FFF2-40B4-BE49-F238E27FC236}">
                <a16:creationId xmlns:a16="http://schemas.microsoft.com/office/drawing/2014/main" id="{B7E46D91-6194-E279-CAE3-425E21FD4A83}"/>
              </a:ext>
            </a:extLst>
          </p:cNvPr>
          <p:cNvSpPr>
            <a:spLocks noGrp="1"/>
          </p:cNvSpPr>
          <p:nvPr>
            <p:ph type="body" sz="quarter" idx="27"/>
          </p:nvPr>
        </p:nvSpPr>
        <p:spPr>
          <a:xfrm>
            <a:off x="6035040" y="3108960"/>
            <a:ext cx="5394960" cy="1879791"/>
          </a:xfrm>
          <a:prstGeom prst="rect">
            <a:avLst/>
          </a:prstGeom>
        </p:spPr>
        <p:txBody>
          <a:bodyPr anchor="t">
            <a:normAutofit/>
          </a:bodyPr>
          <a:lstStyle>
            <a:lvl1pPr marL="0" indent="0" algn="l">
              <a:lnSpc>
                <a:spcPct val="100000"/>
              </a:lnSpc>
              <a:buNone/>
              <a:defRPr sz="1800" b="0">
                <a:solidFill>
                  <a:schemeClr val="bg1"/>
                </a:solidFill>
              </a:defRPr>
            </a:lvl1pPr>
            <a:lvl2pPr>
              <a:defRPr sz="1000"/>
            </a:lvl2pPr>
            <a:lvl3pPr>
              <a:defRPr sz="900"/>
            </a:lvl3pPr>
            <a:lvl4pPr>
              <a:defRPr sz="800"/>
            </a:lvl4pPr>
            <a:lvl5pPr>
              <a:defRPr sz="800"/>
            </a:lvl5pPr>
          </a:lstStyle>
          <a:p>
            <a:pPr lvl="0"/>
            <a:endParaRPr lang="en-US" altLang="zh-CN" dirty="0"/>
          </a:p>
        </p:txBody>
      </p:sp>
      <p:sp>
        <p:nvSpPr>
          <p:cNvPr id="40" name="Freeform 39">
            <a:extLst>
              <a:ext uri="{FF2B5EF4-FFF2-40B4-BE49-F238E27FC236}">
                <a16:creationId xmlns:a16="http://schemas.microsoft.com/office/drawing/2014/main" id="{E3C8467A-0A34-2A65-92FE-F12F6A3D84A6}"/>
              </a:ext>
            </a:extLst>
          </p:cNvPr>
          <p:cNvSpPr/>
          <p:nvPr userDrawn="1"/>
        </p:nvSpPr>
        <p:spPr>
          <a:xfrm>
            <a:off x="-6538" y="1815084"/>
            <a:ext cx="697438" cy="1266696"/>
          </a:xfrm>
          <a:custGeom>
            <a:avLst/>
            <a:gdLst>
              <a:gd name="connsiteX0" fmla="*/ 0 w 732607"/>
              <a:gd name="connsiteY0" fmla="*/ 0 h 1266696"/>
              <a:gd name="connsiteX1" fmla="*/ 372701 w 732607"/>
              <a:gd name="connsiteY1" fmla="*/ 0 h 1266696"/>
              <a:gd name="connsiteX2" fmla="*/ 732607 w 732607"/>
              <a:gd name="connsiteY2" fmla="*/ 633348 h 1266696"/>
              <a:gd name="connsiteX3" fmla="*/ 372701 w 732607"/>
              <a:gd name="connsiteY3" fmla="*/ 1266696 h 1266696"/>
              <a:gd name="connsiteX4" fmla="*/ 0 w 732607"/>
              <a:gd name="connsiteY4" fmla="*/ 1266696 h 1266696"/>
              <a:gd name="connsiteX0" fmla="*/ 43961 w 732607"/>
              <a:gd name="connsiteY0" fmla="*/ 8793 h 1266696"/>
              <a:gd name="connsiteX1" fmla="*/ 372701 w 732607"/>
              <a:gd name="connsiteY1" fmla="*/ 0 h 1266696"/>
              <a:gd name="connsiteX2" fmla="*/ 732607 w 732607"/>
              <a:gd name="connsiteY2" fmla="*/ 633348 h 1266696"/>
              <a:gd name="connsiteX3" fmla="*/ 372701 w 732607"/>
              <a:gd name="connsiteY3" fmla="*/ 1266696 h 1266696"/>
              <a:gd name="connsiteX4" fmla="*/ 0 w 732607"/>
              <a:gd name="connsiteY4" fmla="*/ 1266696 h 1266696"/>
              <a:gd name="connsiteX5" fmla="*/ 43961 w 732607"/>
              <a:gd name="connsiteY5" fmla="*/ 8793 h 1266696"/>
              <a:gd name="connsiteX0" fmla="*/ 8792 w 697438"/>
              <a:gd name="connsiteY0" fmla="*/ 8793 h 1266696"/>
              <a:gd name="connsiteX1" fmla="*/ 337532 w 697438"/>
              <a:gd name="connsiteY1" fmla="*/ 0 h 1266696"/>
              <a:gd name="connsiteX2" fmla="*/ 697438 w 697438"/>
              <a:gd name="connsiteY2" fmla="*/ 633348 h 1266696"/>
              <a:gd name="connsiteX3" fmla="*/ 337532 w 697438"/>
              <a:gd name="connsiteY3" fmla="*/ 1266696 h 1266696"/>
              <a:gd name="connsiteX4" fmla="*/ 0 w 697438"/>
              <a:gd name="connsiteY4" fmla="*/ 1266696 h 1266696"/>
              <a:gd name="connsiteX5" fmla="*/ 8792 w 697438"/>
              <a:gd name="connsiteY5" fmla="*/ 8793 h 126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97438" h="1266696">
                <a:moveTo>
                  <a:pt x="8792" y="8793"/>
                </a:moveTo>
                <a:lnTo>
                  <a:pt x="337532" y="0"/>
                </a:lnTo>
                <a:lnTo>
                  <a:pt x="697438" y="633348"/>
                </a:lnTo>
                <a:lnTo>
                  <a:pt x="337532" y="1266696"/>
                </a:lnTo>
                <a:lnTo>
                  <a:pt x="0" y="1266696"/>
                </a:lnTo>
                <a:cubicBezTo>
                  <a:pt x="0" y="844464"/>
                  <a:pt x="8792" y="431025"/>
                  <a:pt x="8792" y="8793"/>
                </a:cubicBezTo>
                <a:close/>
              </a:path>
            </a:pathLst>
          </a:custGeom>
          <a:noFill/>
          <a:ln w="19050">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1473342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4" name="Content placeholder 47">
            <a:extLst>
              <a:ext uri="{FF2B5EF4-FFF2-40B4-BE49-F238E27FC236}">
                <a16:creationId xmlns:a16="http://schemas.microsoft.com/office/drawing/2014/main" id="{28B6388A-37D2-4382-A7FC-9B9A76BDE84D}"/>
              </a:ext>
            </a:extLst>
          </p:cNvPr>
          <p:cNvSpPr>
            <a:spLocks noGrp="1"/>
          </p:cNvSpPr>
          <p:nvPr>
            <p:ph type="sldNum" sz="quarter" idx="4"/>
          </p:nvPr>
        </p:nvSpPr>
        <p:spPr>
          <a:xfrm>
            <a:off x="11194169" y="6217920"/>
            <a:ext cx="458592" cy="365125"/>
          </a:xfrm>
          <a:prstGeom prst="rect">
            <a:avLst/>
          </a:prstGeom>
        </p:spPr>
        <p:txBody>
          <a:bodyPr vert="horz" lIns="91440" tIns="45720" rIns="91440" bIns="45720" rtlCol="0" anchor="ctr">
            <a:noAutofit/>
          </a:bodyPr>
          <a:lstStyle>
            <a:lvl1pPr algn="ctr">
              <a:defRPr sz="1200">
                <a:solidFill>
                  <a:schemeClr val="bg1"/>
                </a:solidFill>
                <a:latin typeface="+mn-lt"/>
              </a:defRPr>
            </a:lvl1pPr>
          </a:lstStyle>
          <a:p>
            <a:fld id="{47FEACEE-25B4-4A2D-B147-27296E36371D}" type="slidenum">
              <a:rPr lang="en-US" altLang="zh-CN" noProof="0" smtClean="0"/>
              <a:pPr/>
              <a:t>‹#›</a:t>
            </a:fld>
            <a:endParaRPr lang="en-US" altLang="zh-CN" noProof="0" dirty="0"/>
          </a:p>
        </p:txBody>
      </p:sp>
      <p:sp>
        <p:nvSpPr>
          <p:cNvPr id="6" name="Text Placeholder 2">
            <a:extLst>
              <a:ext uri="{FF2B5EF4-FFF2-40B4-BE49-F238E27FC236}">
                <a16:creationId xmlns:a16="http://schemas.microsoft.com/office/drawing/2014/main" id="{18CB8A3D-9A54-FD7C-F6A5-B33E6C891A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5" name="Title Placeholder 4">
            <a:extLst>
              <a:ext uri="{FF2B5EF4-FFF2-40B4-BE49-F238E27FC236}">
                <a16:creationId xmlns:a16="http://schemas.microsoft.com/office/drawing/2014/main" id="{F38A7675-78A2-B642-22AF-B98514C68B0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noProof="0"/>
              <a:t>Click to edit Master title style</a:t>
            </a:r>
          </a:p>
        </p:txBody>
      </p:sp>
      <p:sp>
        <p:nvSpPr>
          <p:cNvPr id="8" name="Footer Placeholder 7">
            <a:extLst>
              <a:ext uri="{FF2B5EF4-FFF2-40B4-BE49-F238E27FC236}">
                <a16:creationId xmlns:a16="http://schemas.microsoft.com/office/drawing/2014/main" id="{C176125D-E69D-E2ED-1549-3D67DBD487E0}"/>
              </a:ext>
            </a:extLst>
          </p:cNvPr>
          <p:cNvSpPr>
            <a:spLocks noGrp="1"/>
          </p:cNvSpPr>
          <p:nvPr>
            <p:ph type="ftr" sz="quarter" idx="3"/>
          </p:nvPr>
        </p:nvSpPr>
        <p:spPr>
          <a:xfrm>
            <a:off x="914400" y="6217920"/>
            <a:ext cx="4114800" cy="365125"/>
          </a:xfrm>
          <a:prstGeom prst="rect">
            <a:avLst/>
          </a:prstGeom>
        </p:spPr>
        <p:txBody>
          <a:bodyPr vert="horz" lIns="91440" tIns="45720" rIns="91440" bIns="45720" rtlCol="0" anchor="ctr">
            <a:noAutofit/>
          </a:bodyPr>
          <a:lstStyle>
            <a:lvl1pPr algn="l">
              <a:defRPr sz="1200">
                <a:solidFill>
                  <a:schemeClr val="bg1"/>
                </a:solidFill>
                <a:latin typeface="+mn-lt"/>
              </a:defRPr>
            </a:lvl1pPr>
          </a:lstStyle>
          <a:p>
            <a:endParaRPr lang="en-US" noProof="0" dirty="0"/>
          </a:p>
        </p:txBody>
      </p:sp>
    </p:spTree>
    <p:extLst>
      <p:ext uri="{BB962C8B-B14F-4D97-AF65-F5344CB8AC3E}">
        <p14:creationId xmlns:p14="http://schemas.microsoft.com/office/powerpoint/2010/main" val="2020574204"/>
      </p:ext>
    </p:extLst>
  </p:cSld>
  <p:clrMap bg1="lt1" tx1="dk1" bg2="lt2" tx2="dk2" accent1="accent1" accent2="accent2" accent3="accent3" accent4="accent4" accent5="accent5" accent6="accent6" hlink="hlink" folHlink="folHlink"/>
  <p:sldLayoutIdLst>
    <p:sldLayoutId id="2147483667" r:id="rId1"/>
    <p:sldLayoutId id="2147483671" r:id="rId2"/>
    <p:sldLayoutId id="2147483674" r:id="rId3"/>
    <p:sldLayoutId id="2147483670" r:id="rId4"/>
    <p:sldLayoutId id="2147483669" r:id="rId5"/>
    <p:sldLayoutId id="2147483655" r:id="rId6"/>
    <p:sldLayoutId id="2147483651" r:id="rId7"/>
    <p:sldLayoutId id="2147483662" r:id="rId8"/>
    <p:sldLayoutId id="2147483672" r:id="rId9"/>
    <p:sldLayoutId id="2147483673" r:id="rId10"/>
    <p:sldLayoutId id="2147483653" r:id="rId11"/>
    <p:sldLayoutId id="2147483663" r:id="rId12"/>
    <p:sldLayoutId id="2147483665" r:id="rId13"/>
  </p:sldLayoutIdLst>
  <p:hf hdr="0" ftr="0" dt="0"/>
  <p:txStyles>
    <p:titleStyle>
      <a:lvl1pPr algn="l" defTabSz="914400" rtl="0" eaLnBrk="1" latinLnBrk="0" hangingPunct="1">
        <a:lnSpc>
          <a:spcPct val="90000"/>
        </a:lnSpc>
        <a:spcBef>
          <a:spcPct val="0"/>
        </a:spcBef>
        <a:buNone/>
        <a:defRPr sz="4400" b="1" kern="1200">
          <a:solidFill>
            <a:schemeClr val="bg1"/>
          </a:solidFill>
          <a:latin typeface="+mj-lt"/>
          <a:ea typeface="+mj-ea"/>
          <a:cs typeface="+mj-cs"/>
        </a:defRPr>
      </a:lvl1pPr>
    </p:titleStyle>
    <p:bodyStyle>
      <a:lvl1pPr marL="347472"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1pPr>
      <a:lvl2pPr marL="73152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2pPr>
      <a:lvl3pPr marL="109728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3pPr>
      <a:lvl4pPr marL="146304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4pPr>
      <a:lvl5pPr marL="1828800" indent="-347472" algn="l" defTabSz="914400" rtl="0" eaLnBrk="1" latinLnBrk="0" hangingPunct="1">
        <a:lnSpc>
          <a:spcPct val="90000"/>
        </a:lnSpc>
        <a:spcBef>
          <a:spcPts val="1500"/>
        </a:spcBef>
        <a:buFont typeface="Arial" panose="020B0604020202020204" pitchFamily="34" charset="0"/>
        <a:buChar char="•"/>
        <a:defRPr sz="20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032" userDrawn="1">
          <p15:clr>
            <a:srgbClr val="F26B43"/>
          </p15:clr>
        </p15:guide>
        <p15:guide id="2" pos="3840" userDrawn="1">
          <p15:clr>
            <a:srgbClr val="F26B43"/>
          </p15:clr>
        </p15:guide>
        <p15:guide id="3" pos="5640" userDrawn="1">
          <p15:clr>
            <a:srgbClr val="F26B43"/>
          </p15:clr>
        </p15:guide>
        <p15:guide id="4" pos="1656" userDrawn="1">
          <p15:clr>
            <a:srgbClr val="F26B43"/>
          </p15:clr>
        </p15:guide>
        <p15:guide id="5" pos="520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hyperlink" Target="https://jjeongil.tistory.com/2892" TargetMode="External"/><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microsoft.com/office/2007/relationships/hdphoto" Target="../media/hdphoto1.wdp"/></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3A3B864-5E85-99D2-93E5-5CA1F4F35DC7}"/>
              </a:ext>
            </a:extLst>
          </p:cNvPr>
          <p:cNvSpPr>
            <a:spLocks noGrp="1"/>
          </p:cNvSpPr>
          <p:nvPr>
            <p:ph type="title"/>
          </p:nvPr>
        </p:nvSpPr>
        <p:spPr>
          <a:xfrm>
            <a:off x="1144291" y="731520"/>
            <a:ext cx="5433489" cy="3291840"/>
          </a:xfrm>
        </p:spPr>
        <p:txBody>
          <a:bodyPr lIns="0" anchor="b" anchorCtr="0">
            <a:normAutofit/>
          </a:bodyPr>
          <a:lstStyle/>
          <a:p>
            <a:r>
              <a:rPr lang="en-US" sz="3600" dirty="0"/>
              <a:t>Working With AI Tools</a:t>
            </a:r>
          </a:p>
        </p:txBody>
      </p:sp>
      <p:sp>
        <p:nvSpPr>
          <p:cNvPr id="9" name="Text Placeholder 8">
            <a:extLst>
              <a:ext uri="{FF2B5EF4-FFF2-40B4-BE49-F238E27FC236}">
                <a16:creationId xmlns:a16="http://schemas.microsoft.com/office/drawing/2014/main" id="{485E0237-B9A1-0B58-E0AA-05EF84817EB4}"/>
              </a:ext>
            </a:extLst>
          </p:cNvPr>
          <p:cNvSpPr>
            <a:spLocks noGrp="1"/>
          </p:cNvSpPr>
          <p:nvPr>
            <p:ph type="body" sz="quarter" idx="28"/>
          </p:nvPr>
        </p:nvSpPr>
        <p:spPr>
          <a:xfrm>
            <a:off x="1260894" y="4172084"/>
            <a:ext cx="4912598" cy="914400"/>
          </a:xfrm>
        </p:spPr>
        <p:txBody>
          <a:bodyPr/>
          <a:lstStyle/>
          <a:p>
            <a:r>
              <a:rPr lang="en-US" dirty="0"/>
              <a:t>Session – 1 </a:t>
            </a:r>
          </a:p>
        </p:txBody>
      </p:sp>
      <p:pic>
        <p:nvPicPr>
          <p:cNvPr id="20" name="Picture Placeholder 19" descr="Two people looking at a laptop at a table">
            <a:extLst>
              <a:ext uri="{FF2B5EF4-FFF2-40B4-BE49-F238E27FC236}">
                <a16:creationId xmlns:a16="http://schemas.microsoft.com/office/drawing/2014/main" id="{E83BB08F-E403-8715-0B24-AD9E4B72C80E}"/>
              </a:ext>
            </a:extLst>
          </p:cNvPr>
          <p:cNvPicPr>
            <a:picLocks noGrp="1" noChangeAspect="1"/>
          </p:cNvPicPr>
          <p:nvPr>
            <p:ph type="pic" sz="quarter" idx="47"/>
          </p:nvPr>
        </p:nvPicPr>
        <p:blipFill>
          <a:blip r:embed="rId3"/>
          <a:srcRect l="23" r="23"/>
          <a:stretch/>
        </p:blipFill>
        <p:spPr>
          <a:xfrm>
            <a:off x="6742557" y="821836"/>
            <a:ext cx="4405503" cy="5066346"/>
          </a:xfrm>
        </p:spPr>
      </p:pic>
    </p:spTree>
    <p:extLst>
      <p:ext uri="{BB962C8B-B14F-4D97-AF65-F5344CB8AC3E}">
        <p14:creationId xmlns:p14="http://schemas.microsoft.com/office/powerpoint/2010/main" val="3898447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F021C-3CEB-0FBA-DA89-C9C82E741BB3}"/>
              </a:ext>
            </a:extLst>
          </p:cNvPr>
          <p:cNvSpPr>
            <a:spLocks noGrp="1"/>
          </p:cNvSpPr>
          <p:nvPr>
            <p:ph type="title"/>
          </p:nvPr>
        </p:nvSpPr>
        <p:spPr>
          <a:xfrm>
            <a:off x="914400" y="3429000"/>
            <a:ext cx="4206240" cy="2377440"/>
          </a:xfrm>
        </p:spPr>
        <p:txBody>
          <a:bodyPr anchor="t" anchorCtr="0"/>
          <a:lstStyle/>
          <a:p>
            <a:r>
              <a:rPr lang="en-US" dirty="0"/>
              <a:t>Agenda </a:t>
            </a:r>
          </a:p>
        </p:txBody>
      </p:sp>
      <p:sp>
        <p:nvSpPr>
          <p:cNvPr id="3" name="Text Placeholder 2">
            <a:extLst>
              <a:ext uri="{FF2B5EF4-FFF2-40B4-BE49-F238E27FC236}">
                <a16:creationId xmlns:a16="http://schemas.microsoft.com/office/drawing/2014/main" id="{3C6746B3-AFD9-641E-7CBF-9A783646B368}"/>
              </a:ext>
            </a:extLst>
          </p:cNvPr>
          <p:cNvSpPr>
            <a:spLocks noGrp="1"/>
          </p:cNvSpPr>
          <p:nvPr>
            <p:ph sz="quarter" idx="35"/>
          </p:nvPr>
        </p:nvSpPr>
        <p:spPr>
          <a:xfrm>
            <a:off x="3023420" y="2523448"/>
            <a:ext cx="8254180" cy="3282992"/>
          </a:xfrm>
        </p:spPr>
        <p:txBody>
          <a:bodyPr anchor="t" anchorCtr="0">
            <a:normAutofit/>
          </a:bodyPr>
          <a:lstStyle/>
          <a:p>
            <a:r>
              <a:rPr lang="en-US" sz="2400" b="1" dirty="0"/>
              <a:t>Prompt Engineering</a:t>
            </a:r>
          </a:p>
          <a:p>
            <a:r>
              <a:rPr lang="en-US" sz="2400" b="1" dirty="0"/>
              <a:t>Anatomy of Effective Prompts</a:t>
            </a:r>
          </a:p>
          <a:p>
            <a:r>
              <a:rPr lang="en-US" sz="2400" b="1" dirty="0"/>
              <a:t>Core Prompting Techniques </a:t>
            </a:r>
          </a:p>
          <a:p>
            <a:r>
              <a:rPr lang="en-US" sz="2400" b="1" dirty="0"/>
              <a:t>Controlling of Prompt Output</a:t>
            </a:r>
          </a:p>
          <a:p>
            <a:r>
              <a:rPr lang="en-US" sz="2400" b="1" dirty="0"/>
              <a:t>Debugging and Iteration</a:t>
            </a:r>
          </a:p>
          <a:p>
            <a:r>
              <a:rPr lang="en-US" sz="2400" b="1" dirty="0"/>
              <a:t>Hands on Lab – Reduce Hallucinations, Common Pitfalls</a:t>
            </a:r>
          </a:p>
        </p:txBody>
      </p:sp>
      <p:sp>
        <p:nvSpPr>
          <p:cNvPr id="4" name="Slide Number Placeholder 3">
            <a:extLst>
              <a:ext uri="{FF2B5EF4-FFF2-40B4-BE49-F238E27FC236}">
                <a16:creationId xmlns:a16="http://schemas.microsoft.com/office/drawing/2014/main" id="{5D559569-83D5-A20B-653C-B9D6C8D98164}"/>
              </a:ext>
            </a:extLst>
          </p:cNvPr>
          <p:cNvSpPr>
            <a:spLocks noGrp="1"/>
          </p:cNvSpPr>
          <p:nvPr>
            <p:ph type="sldNum" sz="quarter" idx="34"/>
          </p:nvPr>
        </p:nvSpPr>
        <p:spPr/>
        <p:txBody>
          <a:bodyPr/>
          <a:lstStyle/>
          <a:p>
            <a:fld id="{47FEACEE-25B4-4A2D-B147-27296E36371D}" type="slidenum">
              <a:rPr lang="en-US" altLang="zh-CN" noProof="0" smtClean="0"/>
              <a:pPr/>
              <a:t>2</a:t>
            </a:fld>
            <a:endParaRPr lang="en-US" altLang="zh-CN" noProof="0" dirty="0"/>
          </a:p>
        </p:txBody>
      </p:sp>
    </p:spTree>
    <p:extLst>
      <p:ext uri="{BB962C8B-B14F-4D97-AF65-F5344CB8AC3E}">
        <p14:creationId xmlns:p14="http://schemas.microsoft.com/office/powerpoint/2010/main" val="14850807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2A73C-F597-27B7-8F29-D6406DC4DB9A}"/>
              </a:ext>
            </a:extLst>
          </p:cNvPr>
          <p:cNvSpPr>
            <a:spLocks noGrp="1"/>
          </p:cNvSpPr>
          <p:nvPr>
            <p:ph type="title"/>
          </p:nvPr>
        </p:nvSpPr>
        <p:spPr>
          <a:xfrm>
            <a:off x="5998464" y="731520"/>
            <a:ext cx="5029200" cy="3291840"/>
          </a:xfrm>
        </p:spPr>
        <p:txBody>
          <a:bodyPr lIns="0" anchor="b" anchorCtr="0"/>
          <a:lstStyle/>
          <a:p>
            <a:r>
              <a:rPr lang="en-US" dirty="0"/>
              <a:t>Prompt Engineering</a:t>
            </a:r>
          </a:p>
        </p:txBody>
      </p:sp>
      <p:sp>
        <p:nvSpPr>
          <p:cNvPr id="3" name="Text Placeholder 2">
            <a:extLst>
              <a:ext uri="{FF2B5EF4-FFF2-40B4-BE49-F238E27FC236}">
                <a16:creationId xmlns:a16="http://schemas.microsoft.com/office/drawing/2014/main" id="{AC190503-C2C6-37F4-4636-9B4A8A3DE4EB}"/>
              </a:ext>
            </a:extLst>
          </p:cNvPr>
          <p:cNvSpPr>
            <a:spLocks noGrp="1"/>
          </p:cNvSpPr>
          <p:nvPr>
            <p:ph type="body" sz="quarter" idx="28"/>
          </p:nvPr>
        </p:nvSpPr>
        <p:spPr>
          <a:xfrm>
            <a:off x="6117336" y="4172084"/>
            <a:ext cx="4910328" cy="1005840"/>
          </a:xfrm>
        </p:spPr>
        <p:txBody>
          <a:bodyPr/>
          <a:lstStyle/>
          <a:p>
            <a:r>
              <a:rPr lang="en-US" dirty="0"/>
              <a:t>Navigating the future</a:t>
            </a:r>
          </a:p>
        </p:txBody>
      </p:sp>
    </p:spTree>
    <p:extLst>
      <p:ext uri="{BB962C8B-B14F-4D97-AF65-F5344CB8AC3E}">
        <p14:creationId xmlns:p14="http://schemas.microsoft.com/office/powerpoint/2010/main" val="35301119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914400" y="2487168"/>
            <a:ext cx="4572000" cy="3383280"/>
          </a:xfrm>
          <a:noFill/>
        </p:spPr>
        <p:txBody>
          <a:bodyPr anchor="t" anchorCtr="0">
            <a:noAutofit/>
          </a:bodyPr>
          <a:lstStyle/>
          <a:p>
            <a:r>
              <a:rPr lang="en-US" dirty="0"/>
              <a:t>How LLMs read a Prompt </a:t>
            </a:r>
          </a:p>
        </p:txBody>
      </p:sp>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5235677" y="2487168"/>
            <a:ext cx="6636775" cy="3383280"/>
          </a:xfrm>
          <a:noFill/>
        </p:spPr>
        <p:txBody>
          <a:bodyPr>
            <a:normAutofit/>
          </a:bodyPr>
          <a:lstStyle/>
          <a:p>
            <a:r>
              <a:rPr lang="en-US" dirty="0"/>
              <a:t>To build a highly accurate model with LLM, the relationship between </a:t>
            </a:r>
            <a:r>
              <a:rPr lang="en-US" b="1" dirty="0"/>
              <a:t>Tokens</a:t>
            </a:r>
            <a:r>
              <a:rPr lang="en-US" dirty="0"/>
              <a:t>, </a:t>
            </a:r>
            <a:r>
              <a:rPr lang="en-US" b="1" dirty="0"/>
              <a:t>Context Window management</a:t>
            </a:r>
            <a:r>
              <a:rPr lang="en-US" dirty="0"/>
              <a:t>, and </a:t>
            </a:r>
            <a:r>
              <a:rPr lang="en-US" b="1" dirty="0"/>
              <a:t>Prompt Engineering should be optimized</a:t>
            </a:r>
            <a:endParaRPr lang="en-US" dirty="0"/>
          </a:p>
          <a:p>
            <a:r>
              <a:rPr lang="en-US" dirty="0"/>
              <a:t>An accurate model relies on maximizing the </a:t>
            </a:r>
            <a:r>
              <a:rPr lang="en-US" b="1" dirty="0"/>
              <a:t>signal-to-noise ratio</a:t>
            </a:r>
            <a:r>
              <a:rPr lang="en-US" dirty="0"/>
              <a:t> within the context window while phrasing prompts in a way that aligns with how the LLM computes probabilities.</a:t>
            </a:r>
          </a:p>
          <a:p>
            <a:pPr marL="0" indent="0">
              <a:buNone/>
            </a:pPr>
            <a:endParaRPr lang="en-US" dirty="0"/>
          </a:p>
        </p:txBody>
      </p:sp>
      <p:sp>
        <p:nvSpPr>
          <p:cNvPr id="4" name="Slide Number Placeholder 3">
            <a:extLst>
              <a:ext uri="{FF2B5EF4-FFF2-40B4-BE49-F238E27FC236}">
                <a16:creationId xmlns:a16="http://schemas.microsoft.com/office/drawing/2014/main" id="{14D4AF3B-CC38-C6F7-1058-2FC5EE48D7F2}"/>
              </a:ext>
            </a:extLst>
          </p:cNvPr>
          <p:cNvSpPr>
            <a:spLocks noGrp="1"/>
          </p:cNvSpPr>
          <p:nvPr>
            <p:ph type="sldNum" sz="quarter" idx="12"/>
          </p:nvPr>
        </p:nvSpPr>
        <p:spPr/>
        <p:txBody>
          <a:bodyPr/>
          <a:lstStyle/>
          <a:p>
            <a:fld id="{69E57DC2-970A-4B3E-BB1C-7A09969E49DF}" type="slidenum">
              <a:rPr lang="en-US" smtClean="0"/>
              <a:t>4</a:t>
            </a:fld>
            <a:endParaRPr lang="en-US" dirty="0"/>
          </a:p>
        </p:txBody>
      </p:sp>
    </p:spTree>
    <p:extLst>
      <p:ext uri="{BB962C8B-B14F-4D97-AF65-F5344CB8AC3E}">
        <p14:creationId xmlns:p14="http://schemas.microsoft.com/office/powerpoint/2010/main" val="3666674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A61EC-5F42-6AB8-DF35-480F070288EB}"/>
              </a:ext>
            </a:extLst>
          </p:cNvPr>
          <p:cNvSpPr>
            <a:spLocks noGrp="1"/>
          </p:cNvSpPr>
          <p:nvPr>
            <p:ph type="title"/>
          </p:nvPr>
        </p:nvSpPr>
        <p:spPr>
          <a:xfrm>
            <a:off x="1143000" y="3200400"/>
            <a:ext cx="5029200" cy="2743200"/>
          </a:xfrm>
        </p:spPr>
        <p:txBody>
          <a:bodyPr lIns="0" anchor="t" anchorCtr="0"/>
          <a:lstStyle/>
          <a:p>
            <a:r>
              <a:rPr lang="en-US" dirty="0"/>
              <a:t>Token Optimization &amp; Cost Efficiency</a:t>
            </a:r>
          </a:p>
        </p:txBody>
      </p:sp>
      <p:sp>
        <p:nvSpPr>
          <p:cNvPr id="3" name="Text Placeholder 2">
            <a:extLst>
              <a:ext uri="{FF2B5EF4-FFF2-40B4-BE49-F238E27FC236}">
                <a16:creationId xmlns:a16="http://schemas.microsoft.com/office/drawing/2014/main" id="{2A399339-FABF-04A2-4090-C38B947B2B8B}"/>
              </a:ext>
            </a:extLst>
          </p:cNvPr>
          <p:cNvSpPr>
            <a:spLocks noGrp="1"/>
          </p:cNvSpPr>
          <p:nvPr>
            <p:ph type="body" sz="quarter" idx="28"/>
          </p:nvPr>
        </p:nvSpPr>
        <p:spPr>
          <a:xfrm>
            <a:off x="1261872" y="2240280"/>
            <a:ext cx="5029200" cy="760288"/>
          </a:xfrm>
        </p:spPr>
        <p:txBody>
          <a:bodyPr anchor="b" anchorCtr="0"/>
          <a:lstStyle/>
          <a:p>
            <a:r>
              <a:rPr lang="en-US" dirty="0"/>
              <a:t>Unlocking new horizons</a:t>
            </a:r>
          </a:p>
        </p:txBody>
      </p:sp>
      <p:pic>
        <p:nvPicPr>
          <p:cNvPr id="12" name="Picture Placeholder 11" descr="A person sitting at their deck and a person walking to their desk">
            <a:extLst>
              <a:ext uri="{FF2B5EF4-FFF2-40B4-BE49-F238E27FC236}">
                <a16:creationId xmlns:a16="http://schemas.microsoft.com/office/drawing/2014/main" id="{7372550F-E2C0-2C0B-0ABA-5672CEBF71D0}"/>
              </a:ext>
            </a:extLst>
          </p:cNvPr>
          <p:cNvPicPr>
            <a:picLocks noGrp="1" noChangeAspect="1"/>
          </p:cNvPicPr>
          <p:nvPr>
            <p:ph type="pic" sz="quarter" idx="47"/>
          </p:nvPr>
        </p:nvPicPr>
        <p:blipFill>
          <a:blip r:embed="rId2"/>
          <a:srcRect l="10" r="10"/>
          <a:stretch/>
        </p:blipFill>
        <p:spPr>
          <a:xfrm>
            <a:off x="7493157" y="529148"/>
            <a:ext cx="4248873" cy="4731130"/>
          </a:xfrm>
        </p:spPr>
      </p:pic>
    </p:spTree>
    <p:extLst>
      <p:ext uri="{BB962C8B-B14F-4D97-AF65-F5344CB8AC3E}">
        <p14:creationId xmlns:p14="http://schemas.microsoft.com/office/powerpoint/2010/main" val="27350875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13E0F-B53B-B2C1-C72B-7680C14F55D2}"/>
              </a:ext>
            </a:extLst>
          </p:cNvPr>
          <p:cNvSpPr>
            <a:spLocks noGrp="1"/>
          </p:cNvSpPr>
          <p:nvPr>
            <p:ph type="title"/>
          </p:nvPr>
        </p:nvSpPr>
        <p:spPr>
          <a:xfrm>
            <a:off x="1142999" y="3200400"/>
            <a:ext cx="5906729" cy="2802194"/>
          </a:xfrm>
        </p:spPr>
        <p:txBody>
          <a:bodyPr>
            <a:normAutofit fontScale="90000"/>
          </a:bodyPr>
          <a:lstStyle/>
          <a:p>
            <a:pPr marL="457200" indent="-457200">
              <a:buFont typeface="Arial" panose="020B0604020202020204" pitchFamily="34" charset="0"/>
              <a:buChar char="•"/>
            </a:pPr>
            <a:r>
              <a:rPr lang="en-US" sz="2400" dirty="0">
                <a:latin typeface="Abadi" panose="020B0604020104020204" pitchFamily="34" charset="0"/>
              </a:rPr>
              <a:t>The Token Ratio – </a:t>
            </a:r>
            <a:r>
              <a:rPr lang="en-US" sz="1600" dirty="0">
                <a:latin typeface="Abadi" panose="020B0604020104020204" pitchFamily="34" charset="0"/>
              </a:rPr>
              <a:t>100 English words ~ 130 Tokens. Non-English words, code blocks and special characters take up more tokens per word. </a:t>
            </a:r>
            <a:br>
              <a:rPr lang="en-US" sz="1600" dirty="0">
                <a:latin typeface="Abadi" panose="020B0604020104020204" pitchFamily="34" charset="0"/>
              </a:rPr>
            </a:br>
            <a:br>
              <a:rPr lang="en-US" sz="1600" dirty="0">
                <a:latin typeface="Abadi" panose="020B0604020104020204" pitchFamily="34" charset="0"/>
              </a:rPr>
            </a:br>
            <a:r>
              <a:rPr lang="en-US" sz="2400" dirty="0">
                <a:latin typeface="Abadi" panose="020B0604020104020204" pitchFamily="34" charset="0"/>
              </a:rPr>
              <a:t>Granular Tracking </a:t>
            </a:r>
            <a:r>
              <a:rPr lang="en-US" sz="1600" dirty="0">
                <a:latin typeface="Abadi" panose="020B0604020104020204" pitchFamily="34" charset="0"/>
              </a:rPr>
              <a:t>– Monitor the input token count with Token Library e.g. OpenAI supports </a:t>
            </a:r>
            <a:r>
              <a:rPr lang="en-US" sz="1600" b="0" i="1" dirty="0" err="1">
                <a:latin typeface="Abadi" panose="020B0604020104020204" pitchFamily="34" charset="0"/>
              </a:rPr>
              <a:t>tiktoken</a:t>
            </a:r>
            <a:r>
              <a:rPr lang="en-US" sz="1600" b="0" i="1" dirty="0">
                <a:latin typeface="Abadi" panose="020B0604020104020204" pitchFamily="34" charset="0"/>
              </a:rPr>
              <a:t> </a:t>
            </a:r>
            <a:r>
              <a:rPr lang="en-US" sz="1600" dirty="0">
                <a:latin typeface="Abadi" panose="020B0604020104020204" pitchFamily="34" charset="0"/>
              </a:rPr>
              <a:t>or </a:t>
            </a:r>
            <a:r>
              <a:rPr lang="en-US" sz="1600" b="0" i="1" dirty="0">
                <a:latin typeface="Abadi" panose="020B0604020104020204" pitchFamily="34" charset="0"/>
              </a:rPr>
              <a:t>anthropic-tokenizer</a:t>
            </a:r>
            <a:r>
              <a:rPr lang="en-US" sz="1600" dirty="0">
                <a:latin typeface="Abadi" panose="020B0604020104020204" pitchFamily="34" charset="0"/>
              </a:rPr>
              <a:t> (Claude). </a:t>
            </a:r>
            <a:br>
              <a:rPr lang="en-US" sz="1600" dirty="0">
                <a:latin typeface="Abadi" panose="020B0604020104020204" pitchFamily="34" charset="0"/>
              </a:rPr>
            </a:br>
            <a:br>
              <a:rPr lang="en-US" sz="1600" dirty="0">
                <a:latin typeface="Abadi" panose="020B0604020104020204" pitchFamily="34" charset="0"/>
              </a:rPr>
            </a:br>
            <a:r>
              <a:rPr lang="en-US" sz="2400" dirty="0">
                <a:latin typeface="Abadi" panose="020B0604020104020204" pitchFamily="34" charset="0"/>
              </a:rPr>
              <a:t>Stop Sequences </a:t>
            </a:r>
            <a:r>
              <a:rPr lang="en-US" sz="1600" dirty="0">
                <a:latin typeface="Abadi" panose="020B0604020104020204" pitchFamily="34" charset="0"/>
              </a:rPr>
              <a:t>– Implementation of explicit stop token to prevent unnecessary fillers to overcome wastage of tokens and output precision</a:t>
            </a:r>
            <a:br>
              <a:rPr lang="en-US" sz="1600" dirty="0">
                <a:latin typeface="Abadi" panose="020B0604020104020204" pitchFamily="34" charset="0"/>
              </a:rPr>
            </a:br>
            <a:br>
              <a:rPr lang="en-US" sz="1600" dirty="0">
                <a:latin typeface="Abadi" panose="020B0604020104020204" pitchFamily="34" charset="0"/>
              </a:rPr>
            </a:br>
            <a:endParaRPr lang="en-US" sz="1600" dirty="0">
              <a:latin typeface="Abadi" panose="020B0604020104020204" pitchFamily="34" charset="0"/>
            </a:endParaRPr>
          </a:p>
        </p:txBody>
      </p:sp>
      <p:pic>
        <p:nvPicPr>
          <p:cNvPr id="6" name="Picture Placeholder 5">
            <a:extLst>
              <a:ext uri="{FF2B5EF4-FFF2-40B4-BE49-F238E27FC236}">
                <a16:creationId xmlns:a16="http://schemas.microsoft.com/office/drawing/2014/main" id="{8CA897D2-5A78-B32C-9891-6D8CFA9AE99D}"/>
              </a:ext>
            </a:extLst>
          </p:cNvPr>
          <p:cNvPicPr>
            <a:picLocks noGrp="1" noChangeAspect="1"/>
          </p:cNvPicPr>
          <p:nvPr>
            <p:ph type="pic" sz="quarter" idx="47"/>
          </p:nvPr>
        </p:nvPicPr>
        <p:blipFill>
          <a:blip r:embed="rId2">
            <a:extLst>
              <a:ext uri="{837473B0-CC2E-450A-ABE3-18F120FF3D39}">
                <a1611:picAttrSrcUrl xmlns:a1611="http://schemas.microsoft.com/office/drawing/2016/11/main" r:id="rId3"/>
              </a:ext>
            </a:extLst>
          </a:blip>
          <a:srcRect l="5099" r="5099"/>
          <a:stretch>
            <a:fillRect/>
          </a:stretch>
        </p:blipFill>
        <p:spPr/>
      </p:pic>
      <p:sp>
        <p:nvSpPr>
          <p:cNvPr id="4" name="Text Placeholder 3">
            <a:extLst>
              <a:ext uri="{FF2B5EF4-FFF2-40B4-BE49-F238E27FC236}">
                <a16:creationId xmlns:a16="http://schemas.microsoft.com/office/drawing/2014/main" id="{37AC8F39-4683-A5A9-64A9-A04F45EC4963}"/>
              </a:ext>
            </a:extLst>
          </p:cNvPr>
          <p:cNvSpPr>
            <a:spLocks noGrp="1"/>
          </p:cNvSpPr>
          <p:nvPr>
            <p:ph type="body" sz="quarter" idx="28"/>
          </p:nvPr>
        </p:nvSpPr>
        <p:spPr/>
        <p:txBody>
          <a:bodyPr/>
          <a:lstStyle/>
          <a:p>
            <a:r>
              <a:rPr lang="en-US" dirty="0"/>
              <a:t>LLMs don’t read words, they process word fragments called Tokens</a:t>
            </a:r>
          </a:p>
        </p:txBody>
      </p:sp>
    </p:spTree>
    <p:extLst>
      <p:ext uri="{BB962C8B-B14F-4D97-AF65-F5344CB8AC3E}">
        <p14:creationId xmlns:p14="http://schemas.microsoft.com/office/powerpoint/2010/main" val="17313762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3EC2E-10C4-8FEA-82E9-50699BB4C6B0}"/>
              </a:ext>
            </a:extLst>
          </p:cNvPr>
          <p:cNvSpPr>
            <a:spLocks noGrp="1"/>
          </p:cNvSpPr>
          <p:nvPr>
            <p:ph type="title"/>
          </p:nvPr>
        </p:nvSpPr>
        <p:spPr>
          <a:xfrm>
            <a:off x="914400" y="2487168"/>
            <a:ext cx="4572000" cy="3383280"/>
          </a:xfrm>
        </p:spPr>
        <p:txBody>
          <a:bodyPr>
            <a:normAutofit/>
          </a:bodyPr>
          <a:lstStyle/>
          <a:p>
            <a:r>
              <a:rPr lang="en-US" dirty="0"/>
              <a:t>Context Window Management</a:t>
            </a:r>
            <a:br>
              <a:rPr lang="en-US" dirty="0"/>
            </a:br>
            <a:br>
              <a:rPr lang="en-US" dirty="0"/>
            </a:br>
            <a:r>
              <a:rPr lang="en-US" sz="1800" b="0" dirty="0"/>
              <a:t>Total Memory space available between input prompt and output </a:t>
            </a:r>
            <a:endParaRPr lang="en-US" sz="1800" dirty="0"/>
          </a:p>
        </p:txBody>
      </p:sp>
      <p:sp>
        <p:nvSpPr>
          <p:cNvPr id="4" name="Text Placeholder 3">
            <a:extLst>
              <a:ext uri="{FF2B5EF4-FFF2-40B4-BE49-F238E27FC236}">
                <a16:creationId xmlns:a16="http://schemas.microsoft.com/office/drawing/2014/main" id="{BC834571-380C-FB36-37AF-13E2486111D2}"/>
              </a:ext>
            </a:extLst>
          </p:cNvPr>
          <p:cNvSpPr>
            <a:spLocks noGrp="1"/>
          </p:cNvSpPr>
          <p:nvPr>
            <p:ph idx="1"/>
            <p:extLst>
              <p:ext uri="{E7BDC344-281C-4309-B0C6-D0EE65EED2A8}">
                <p202:designPr xmlns:p202="http://schemas.microsoft.com/office/powerpoint/2020/02/main">
                  <p202:designTagLst>
                    <p202:designTag name="ARCH:1:VSVAR" val="TitledTextBox"/>
                    <p202:designTag name="ARCH:1:CLS" val="InformationBlock"/>
                  </p202:designTagLst>
                </p202:designPr>
              </p:ext>
            </p:extLst>
          </p:nvPr>
        </p:nvSpPr>
        <p:spPr>
          <a:xfrm>
            <a:off x="6217920" y="2487168"/>
            <a:ext cx="5029200" cy="3383280"/>
          </a:xfrm>
        </p:spPr>
        <p:txBody>
          <a:bodyPr>
            <a:normAutofit/>
          </a:bodyPr>
          <a:lstStyle/>
          <a:p>
            <a:pPr marL="0" lvl="0" indent="0">
              <a:spcBef>
                <a:spcPts val="2500"/>
              </a:spcBef>
              <a:buFont typeface="Arial" panose="020B0604020202020204" pitchFamily="34" charset="0"/>
              <a:buNone/>
            </a:pPr>
            <a:r>
              <a:rPr lang="en-US" sz="1200" b="1" dirty="0"/>
              <a:t>The ‘Lost in Middle’ phenomenon</a:t>
            </a:r>
          </a:p>
          <a:p>
            <a:pPr marL="0" lvl="1" indent="0">
              <a:buFont typeface="Arial" panose="020B0604020202020204" pitchFamily="34" charset="0"/>
              <a:buNone/>
            </a:pPr>
            <a:r>
              <a:rPr lang="en-US" sz="1200" dirty="0"/>
              <a:t>Give general information about this topic to add depth and clarity. Write short, interesting reference points that don’t need to be read aloud.​</a:t>
            </a:r>
          </a:p>
          <a:p>
            <a:pPr marL="0" lvl="0" indent="0">
              <a:spcBef>
                <a:spcPts val="2500"/>
              </a:spcBef>
              <a:buFont typeface="Arial" panose="020B0604020202020204" pitchFamily="34" charset="0"/>
              <a:buNone/>
            </a:pPr>
            <a:r>
              <a:rPr lang="en-US" sz="1200" b="1" dirty="0"/>
              <a:t>Add a subtitle</a:t>
            </a:r>
          </a:p>
          <a:p>
            <a:pPr marL="0" lvl="1" indent="0">
              <a:buFont typeface="Arial" panose="020B0604020202020204" pitchFamily="34" charset="0"/>
              <a:buNone/>
            </a:pPr>
            <a:r>
              <a:rPr lang="en-US" sz="1200" dirty="0"/>
              <a:t>Give general information about this topic to add depth and clarity. Write short, interesting reference points that don’t need to be read aloud.​</a:t>
            </a:r>
          </a:p>
          <a:p>
            <a:pPr marL="0" lvl="0" indent="0">
              <a:spcBef>
                <a:spcPts val="2500"/>
              </a:spcBef>
              <a:buFont typeface="Arial" panose="020B0604020202020204" pitchFamily="34" charset="0"/>
              <a:buNone/>
            </a:pPr>
            <a:r>
              <a:rPr lang="en-US" sz="1200" b="1" dirty="0"/>
              <a:t>Add a subtitle​</a:t>
            </a:r>
          </a:p>
          <a:p>
            <a:pPr marL="0" lvl="1" indent="0">
              <a:buFont typeface="Arial" panose="020B0604020202020204" pitchFamily="34" charset="0"/>
              <a:buNone/>
            </a:pPr>
            <a:r>
              <a:rPr lang="en-US" sz="1200" dirty="0"/>
              <a:t>Give general information about this topic to add depth and clarity. Write short, interesting reference points that don’t need to be read aloud.​</a:t>
            </a:r>
          </a:p>
        </p:txBody>
      </p:sp>
      <p:sp>
        <p:nvSpPr>
          <p:cNvPr id="9" name="Slide Number Placeholder 3">
            <a:extLst>
              <a:ext uri="{FF2B5EF4-FFF2-40B4-BE49-F238E27FC236}">
                <a16:creationId xmlns:a16="http://schemas.microsoft.com/office/drawing/2014/main" id="{9A11A463-A188-380B-759C-9171903AF3A2}"/>
              </a:ext>
            </a:extLst>
          </p:cNvPr>
          <p:cNvSpPr>
            <a:spLocks noGrp="1"/>
          </p:cNvSpPr>
          <p:nvPr>
            <p:ph type="sldNum" sz="quarter" idx="12"/>
          </p:nvPr>
        </p:nvSpPr>
        <p:spPr>
          <a:xfrm>
            <a:off x="11194169" y="6217920"/>
            <a:ext cx="458592" cy="365125"/>
          </a:xfrm>
        </p:spPr>
        <p:txBody>
          <a:bodyPr/>
          <a:lstStyle/>
          <a:p>
            <a:pPr>
              <a:spcAft>
                <a:spcPts val="600"/>
              </a:spcAft>
            </a:pPr>
            <a:fld id="{69E57DC2-970A-4B3E-BB1C-7A09969E49DF}" type="slidenum">
              <a:rPr lang="en-US" smtClean="0"/>
              <a:pPr>
                <a:spcAft>
                  <a:spcPts val="600"/>
                </a:spcAft>
              </a:pPr>
              <a:t>7</a:t>
            </a:fld>
            <a:endParaRPr lang="en-US"/>
          </a:p>
        </p:txBody>
      </p:sp>
    </p:spTree>
    <p:extLst>
      <p:ext uri="{BB962C8B-B14F-4D97-AF65-F5344CB8AC3E}">
        <p14:creationId xmlns:p14="http://schemas.microsoft.com/office/powerpoint/2010/main" val="15615562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79BBF1-9BC2-6DCE-0154-8873469878A5}"/>
              </a:ext>
            </a:extLst>
          </p:cNvPr>
          <p:cNvSpPr>
            <a:spLocks noGrp="1"/>
          </p:cNvSpPr>
          <p:nvPr>
            <p:ph type="title"/>
          </p:nvPr>
        </p:nvSpPr>
        <p:spPr>
          <a:xfrm>
            <a:off x="914400" y="731520"/>
            <a:ext cx="4663440" cy="1737360"/>
          </a:xfrm>
        </p:spPr>
        <p:txBody>
          <a:bodyPr/>
          <a:lstStyle/>
          <a:p>
            <a:r>
              <a:rPr lang="en-US" dirty="0"/>
              <a:t>Anatomy of Effective</a:t>
            </a:r>
            <a:br>
              <a:rPr lang="en-US" dirty="0"/>
            </a:br>
            <a:r>
              <a:rPr lang="en-US" dirty="0"/>
              <a:t>Prompt</a:t>
            </a:r>
          </a:p>
        </p:txBody>
      </p:sp>
      <p:sp>
        <p:nvSpPr>
          <p:cNvPr id="10" name="Content Placeholder 9">
            <a:extLst>
              <a:ext uri="{FF2B5EF4-FFF2-40B4-BE49-F238E27FC236}">
                <a16:creationId xmlns:a16="http://schemas.microsoft.com/office/drawing/2014/main" id="{633B199B-AFAF-FCA4-CEA7-D9E73D7079E5}"/>
              </a:ext>
            </a:extLst>
          </p:cNvPr>
          <p:cNvSpPr>
            <a:spLocks noGrp="1"/>
          </p:cNvSpPr>
          <p:nvPr>
            <p:ph idx="1"/>
          </p:nvPr>
        </p:nvSpPr>
        <p:spPr>
          <a:xfrm>
            <a:off x="5852160" y="731520"/>
            <a:ext cx="5486400" cy="1737360"/>
          </a:xfrm>
        </p:spPr>
        <p:txBody>
          <a:bodyPr>
            <a:normAutofit fontScale="92500" lnSpcReduction="10000"/>
          </a:bodyPr>
          <a:lstStyle/>
          <a:p>
            <a:r>
              <a:rPr lang="en-US" dirty="0"/>
              <a:t>An </a:t>
            </a:r>
            <a:r>
              <a:rPr lang="en-US" b="1" dirty="0"/>
              <a:t>effective prompt functions like a project brief for a smart teammate</a:t>
            </a:r>
          </a:p>
          <a:p>
            <a:r>
              <a:rPr lang="en-US" dirty="0"/>
              <a:t>it eliminates ambiguity by providing exact boundaries and instructions.</a:t>
            </a:r>
          </a:p>
          <a:p>
            <a:r>
              <a:rPr lang="en-US" dirty="0"/>
              <a:t>Effective Prompt = Role + Context + Task + Constraints + Output Format + Examples</a:t>
            </a:r>
          </a:p>
        </p:txBody>
      </p:sp>
      <p:graphicFrame>
        <p:nvGraphicFramePr>
          <p:cNvPr id="11" name="Table Placeholder 6" descr="A timeline of the product launch">
            <a:extLst>
              <a:ext uri="{FF2B5EF4-FFF2-40B4-BE49-F238E27FC236}">
                <a16:creationId xmlns:a16="http://schemas.microsoft.com/office/drawing/2014/main" id="{A9E2E0E1-AAB8-A475-781D-7E66AD5CFE21}"/>
              </a:ext>
            </a:extLst>
          </p:cNvPr>
          <p:cNvGraphicFramePr>
            <a:graphicFrameLocks noGrp="1"/>
          </p:cNvGraphicFramePr>
          <p:nvPr>
            <p:ph idx="30"/>
            <p:extLst>
              <p:ext uri="{D42A27DB-BD31-4B8C-83A1-F6EECF244321}">
                <p14:modId xmlns:p14="http://schemas.microsoft.com/office/powerpoint/2010/main" val="3216867364"/>
              </p:ext>
            </p:extLst>
          </p:nvPr>
        </p:nvGraphicFramePr>
        <p:xfrm>
          <a:off x="914400" y="2341563"/>
          <a:ext cx="8348663" cy="37750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Slide Number Placeholder 13">
            <a:extLst>
              <a:ext uri="{FF2B5EF4-FFF2-40B4-BE49-F238E27FC236}">
                <a16:creationId xmlns:a16="http://schemas.microsoft.com/office/drawing/2014/main" id="{4800F032-5102-94C2-865C-AE9D448B2744}"/>
              </a:ext>
            </a:extLst>
          </p:cNvPr>
          <p:cNvSpPr txBox="1">
            <a:spLocks/>
          </p:cNvSpPr>
          <p:nvPr/>
        </p:nvSpPr>
        <p:spPr>
          <a:xfrm>
            <a:off x="11194169" y="6215665"/>
            <a:ext cx="458592" cy="365125"/>
          </a:xfrm>
          <a:prstGeom prst="rect">
            <a:avLst/>
          </a:prstGeom>
        </p:spPr>
        <p:txBody>
          <a:bodyPr anchor="ctr"/>
          <a:lstStyle>
            <a:defPPr>
              <a:defRPr lang="zh-CN"/>
            </a:defPPr>
            <a:lvl1pPr marL="0" algn="ctr" defTabSz="914400" rtl="0" eaLnBrk="1" latinLnBrk="0" hangingPunct="1">
              <a:defRPr sz="1200" b="0" i="0" kern="1200">
                <a:solidFill>
                  <a:schemeClr val="tx1"/>
                </a:solidFill>
                <a:latin typeface="Abadi" panose="020B06040201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47FEACEE-25B4-4A2D-B147-27296E36371D}" type="slidenum">
              <a:rPr kumimoji="0" lang="en-US" altLang="zh-CN" sz="1200" u="none" strike="noStrike" kern="1200" cap="none" spc="0" normalizeH="0" baseline="0" smtClean="0">
                <a:ln>
                  <a:noFill/>
                </a:ln>
                <a:solidFill>
                  <a:schemeClr val="bg1"/>
                </a:solidFill>
                <a:effectLst/>
                <a:uLnTx/>
                <a:uFillTx/>
              </a:rPr>
              <a:pPr marL="0" marR="0" lvl="0" indent="0" algn="ctr" defTabSz="914400" rtl="0" eaLnBrk="1" fontAlgn="auto" latinLnBrk="0" hangingPunct="1">
                <a:lnSpc>
                  <a:spcPct val="100000"/>
                </a:lnSpc>
                <a:spcBef>
                  <a:spcPts val="0"/>
                </a:spcBef>
                <a:spcAft>
                  <a:spcPts val="0"/>
                </a:spcAft>
                <a:buClrTx/>
                <a:buSzTx/>
                <a:buFontTx/>
                <a:buNone/>
                <a:tabLst/>
                <a:defRPr/>
              </a:pPr>
              <a:t>8</a:t>
            </a:fld>
            <a:endParaRPr kumimoji="0" lang="en-US" altLang="zh-CN" sz="1200" u="none" strike="noStrike" kern="1200" cap="none" spc="0" normalizeH="0" baseline="0" dirty="0">
              <a:ln>
                <a:noFill/>
              </a:ln>
              <a:solidFill>
                <a:schemeClr val="bg1"/>
              </a:solidFill>
              <a:effectLst/>
              <a:uLnTx/>
              <a:uFillTx/>
            </a:endParaRPr>
          </a:p>
        </p:txBody>
      </p:sp>
      <p:sp>
        <p:nvSpPr>
          <p:cNvPr id="2" name="Slide Number Placeholder 1">
            <a:extLst>
              <a:ext uri="{FF2B5EF4-FFF2-40B4-BE49-F238E27FC236}">
                <a16:creationId xmlns:a16="http://schemas.microsoft.com/office/drawing/2014/main" id="{BB5C5013-A563-C783-9185-9C847D4B4A46}"/>
              </a:ext>
            </a:extLst>
          </p:cNvPr>
          <p:cNvSpPr>
            <a:spLocks noGrp="1"/>
          </p:cNvSpPr>
          <p:nvPr>
            <p:ph type="sldNum" sz="quarter" idx="29"/>
          </p:nvPr>
        </p:nvSpPr>
        <p:spPr/>
        <p:txBody>
          <a:bodyPr/>
          <a:lstStyle/>
          <a:p>
            <a:fld id="{47FEACEE-25B4-4A2D-B147-27296E36371D}" type="slidenum">
              <a:rPr lang="en-US" altLang="zh-CN" noProof="0" smtClean="0"/>
              <a:pPr/>
              <a:t>8</a:t>
            </a:fld>
            <a:endParaRPr lang="en-US" altLang="zh-CN" noProof="0" dirty="0"/>
          </a:p>
        </p:txBody>
      </p:sp>
    </p:spTree>
    <p:extLst>
      <p:ext uri="{BB962C8B-B14F-4D97-AF65-F5344CB8AC3E}">
        <p14:creationId xmlns:p14="http://schemas.microsoft.com/office/powerpoint/2010/main" val="12460212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1D18537-D028-9E9C-FB87-93F24955DFC7}"/>
              </a:ext>
            </a:extLst>
          </p:cNvPr>
          <p:cNvSpPr>
            <a:spLocks noGrp="1"/>
          </p:cNvSpPr>
          <p:nvPr>
            <p:ph type="title"/>
          </p:nvPr>
        </p:nvSpPr>
        <p:spPr>
          <a:xfrm>
            <a:off x="914400" y="731520"/>
            <a:ext cx="3931920" cy="2103120"/>
          </a:xfrm>
        </p:spPr>
        <p:txBody>
          <a:bodyPr anchor="b" anchorCtr="0"/>
          <a:lstStyle/>
          <a:p>
            <a:r>
              <a:rPr lang="en-US" dirty="0"/>
              <a:t>The 6 Core Building Blocks</a:t>
            </a:r>
          </a:p>
        </p:txBody>
      </p:sp>
      <p:sp>
        <p:nvSpPr>
          <p:cNvPr id="20" name="Text Placeholder 19">
            <a:extLst>
              <a:ext uri="{FF2B5EF4-FFF2-40B4-BE49-F238E27FC236}">
                <a16:creationId xmlns:a16="http://schemas.microsoft.com/office/drawing/2014/main" id="{CC0093B1-77CC-1E61-FB22-E136F94EABD2}"/>
              </a:ext>
            </a:extLst>
          </p:cNvPr>
          <p:cNvSpPr>
            <a:spLocks noGrp="1"/>
          </p:cNvSpPr>
          <p:nvPr>
            <p:ph idx="1"/>
          </p:nvPr>
        </p:nvSpPr>
        <p:spPr>
          <a:xfrm>
            <a:off x="914400" y="3108960"/>
            <a:ext cx="3931920" cy="2651760"/>
          </a:xfrm>
        </p:spPr>
        <p:txBody>
          <a:bodyPr>
            <a:normAutofit/>
          </a:bodyPr>
          <a:lstStyle/>
          <a:p>
            <a:r>
              <a:rPr lang="en-US" dirty="0"/>
              <a:t>Role(Persona)</a:t>
            </a:r>
          </a:p>
          <a:p>
            <a:r>
              <a:rPr lang="en-US" dirty="0"/>
              <a:t>Context</a:t>
            </a:r>
          </a:p>
          <a:p>
            <a:r>
              <a:rPr lang="en-US" dirty="0"/>
              <a:t>Task(Instruction)</a:t>
            </a:r>
          </a:p>
          <a:p>
            <a:r>
              <a:rPr lang="en-US" dirty="0"/>
              <a:t>Constraints</a:t>
            </a:r>
          </a:p>
          <a:p>
            <a:r>
              <a:rPr lang="en-US" dirty="0"/>
              <a:t>Output format</a:t>
            </a:r>
          </a:p>
          <a:p>
            <a:r>
              <a:rPr lang="en-US" dirty="0"/>
              <a:t>Examples (Few-shot)</a:t>
            </a:r>
          </a:p>
        </p:txBody>
      </p:sp>
      <p:pic>
        <p:nvPicPr>
          <p:cNvPr id="12" name="Picture Placeholder 11" descr="Three people having a discussion at a table">
            <a:extLst>
              <a:ext uri="{FF2B5EF4-FFF2-40B4-BE49-F238E27FC236}">
                <a16:creationId xmlns:a16="http://schemas.microsoft.com/office/drawing/2014/main" id="{8C4B5C6A-45B4-1976-622A-4CEB4E3211BC}"/>
              </a:ext>
            </a:extLst>
          </p:cNvPr>
          <p:cNvPicPr>
            <a:picLocks noGrp="1" noChangeAspect="1"/>
          </p:cNvPicPr>
          <p:nvPr>
            <p:ph type="pic" sz="quarter" idx="54"/>
          </p:nvPr>
        </p:nvPicPr>
        <p:blipFill rotWithShape="1">
          <a:blip r:embed="rId3">
            <a:extLst>
              <a:ext uri="{BEBA8EAE-BF5A-486C-A8C5-ECC9F3942E4B}">
                <a14:imgProps xmlns:a14="http://schemas.microsoft.com/office/drawing/2010/main">
                  <a14:imgLayer r:embed="rId4">
                    <a14:imgEffect>
                      <a14:colorTemperature colorTemp="7753"/>
                    </a14:imgEffect>
                    <a14:imgEffect>
                      <a14:saturation sat="133000"/>
                    </a14:imgEffect>
                    <a14:imgEffect>
                      <a14:brightnessContrast bright="4000" contrast="3000"/>
                    </a14:imgEffect>
                  </a14:imgLayer>
                </a14:imgProps>
              </a:ext>
            </a:extLst>
          </a:blip>
          <a:srcRect l="18665" r="18665"/>
          <a:stretch/>
        </p:blipFill>
        <p:spPr>
          <a:xfrm>
            <a:off x="5745002" y="0"/>
            <a:ext cx="6446999" cy="6858000"/>
          </a:xfrm>
        </p:spPr>
      </p:pic>
      <p:sp>
        <p:nvSpPr>
          <p:cNvPr id="9" name="Slide Number Placeholder 13">
            <a:extLst>
              <a:ext uri="{FF2B5EF4-FFF2-40B4-BE49-F238E27FC236}">
                <a16:creationId xmlns:a16="http://schemas.microsoft.com/office/drawing/2014/main" id="{D246665A-6901-3F62-340A-A95E775ACA48}"/>
              </a:ext>
            </a:extLst>
          </p:cNvPr>
          <p:cNvSpPr txBox="1">
            <a:spLocks/>
          </p:cNvSpPr>
          <p:nvPr/>
        </p:nvSpPr>
        <p:spPr>
          <a:xfrm>
            <a:off x="11194169" y="6215665"/>
            <a:ext cx="458592" cy="365125"/>
          </a:xfrm>
          <a:prstGeom prst="rect">
            <a:avLst/>
          </a:prstGeom>
        </p:spPr>
        <p:txBody>
          <a:bodyPr anchor="ctr"/>
          <a:lstStyle>
            <a:defPPr>
              <a:defRPr lang="zh-CN"/>
            </a:defPPr>
            <a:lvl1pPr marL="0" algn="ctr" defTabSz="914400" rtl="0" eaLnBrk="1" latinLnBrk="0" hangingPunct="1">
              <a:defRPr sz="1200" b="0" i="0" kern="1200">
                <a:solidFill>
                  <a:schemeClr val="tx1"/>
                </a:solidFill>
                <a:latin typeface="Abadi" panose="020B06040201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47FEACEE-25B4-4A2D-B147-27296E36371D}" type="slidenum">
              <a:rPr kumimoji="0" lang="en-US" altLang="zh-CN" sz="1200" u="none" strike="noStrike" kern="1200" cap="none" spc="0" normalizeH="0" baseline="0" smtClean="0">
                <a:ln>
                  <a:noFill/>
                </a:ln>
                <a:solidFill>
                  <a:schemeClr val="bg1"/>
                </a:solidFill>
                <a:effectLst/>
                <a:uLnTx/>
                <a:uFillTx/>
              </a:rPr>
              <a:pPr marL="0" marR="0" lvl="0" indent="0" algn="ctr" defTabSz="914400" rtl="0" eaLnBrk="1" fontAlgn="auto" latinLnBrk="0" hangingPunct="1">
                <a:lnSpc>
                  <a:spcPct val="100000"/>
                </a:lnSpc>
                <a:spcBef>
                  <a:spcPts val="0"/>
                </a:spcBef>
                <a:spcAft>
                  <a:spcPts val="0"/>
                </a:spcAft>
                <a:buClrTx/>
                <a:buSzTx/>
                <a:buFontTx/>
                <a:buNone/>
                <a:tabLst/>
                <a:defRPr/>
              </a:pPr>
              <a:t>9</a:t>
            </a:fld>
            <a:endParaRPr kumimoji="0" lang="en-US" altLang="zh-CN" sz="1200" u="none" strike="noStrike" kern="1200" cap="none" spc="0" normalizeH="0" baseline="0" dirty="0">
              <a:ln>
                <a:noFill/>
              </a:ln>
              <a:solidFill>
                <a:schemeClr val="bg1"/>
              </a:solidFill>
              <a:effectLst/>
              <a:uLnTx/>
              <a:uFillTx/>
            </a:endParaRPr>
          </a:p>
        </p:txBody>
      </p:sp>
      <p:sp>
        <p:nvSpPr>
          <p:cNvPr id="2" name="Slide Number Placeholder 1">
            <a:extLst>
              <a:ext uri="{FF2B5EF4-FFF2-40B4-BE49-F238E27FC236}">
                <a16:creationId xmlns:a16="http://schemas.microsoft.com/office/drawing/2014/main" id="{A26B3DA3-995E-263F-F271-D0DCB60A6118}"/>
              </a:ext>
            </a:extLst>
          </p:cNvPr>
          <p:cNvSpPr>
            <a:spLocks noGrp="1"/>
          </p:cNvSpPr>
          <p:nvPr>
            <p:ph type="sldNum" sz="quarter" idx="53"/>
          </p:nvPr>
        </p:nvSpPr>
        <p:spPr/>
        <p:txBody>
          <a:bodyPr/>
          <a:lstStyle/>
          <a:p>
            <a:fld id="{47FEACEE-25B4-4A2D-B147-27296E36371D}" type="slidenum">
              <a:rPr lang="en-US" altLang="zh-CN" noProof="0" smtClean="0"/>
              <a:pPr/>
              <a:t>9</a:t>
            </a:fld>
            <a:endParaRPr lang="en-US" altLang="zh-CN" noProof="0" dirty="0"/>
          </a:p>
        </p:txBody>
      </p:sp>
    </p:spTree>
    <p:extLst>
      <p:ext uri="{BB962C8B-B14F-4D97-AF65-F5344CB8AC3E}">
        <p14:creationId xmlns:p14="http://schemas.microsoft.com/office/powerpoint/2010/main" val="775548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FFA50DF-F8D0-EEAF-0638-F28084DC6FC8}"/>
              </a:ext>
            </a:extLst>
          </p:cNvPr>
          <p:cNvSpPr>
            <a:spLocks noGrp="1"/>
          </p:cNvSpPr>
          <p:nvPr>
            <p:ph type="title"/>
          </p:nvPr>
        </p:nvSpPr>
        <p:spPr>
          <a:xfrm>
            <a:off x="5998464" y="731520"/>
            <a:ext cx="5029200" cy="2087880"/>
          </a:xfrm>
        </p:spPr>
        <p:txBody>
          <a:bodyPr/>
          <a:lstStyle/>
          <a:p>
            <a:r>
              <a:rPr lang="en-US" dirty="0"/>
              <a:t>3 Rules for Prompt Mastery</a:t>
            </a:r>
          </a:p>
        </p:txBody>
      </p:sp>
      <p:sp>
        <p:nvSpPr>
          <p:cNvPr id="7" name="Text Placeholder 6">
            <a:extLst>
              <a:ext uri="{FF2B5EF4-FFF2-40B4-BE49-F238E27FC236}">
                <a16:creationId xmlns:a16="http://schemas.microsoft.com/office/drawing/2014/main" id="{F8E09D42-DDF3-7694-BDDA-0EBA1CF7FAFB}"/>
              </a:ext>
            </a:extLst>
          </p:cNvPr>
          <p:cNvSpPr>
            <a:spLocks noGrp="1"/>
          </p:cNvSpPr>
          <p:nvPr>
            <p:ph type="body" sz="quarter" idx="28"/>
          </p:nvPr>
        </p:nvSpPr>
        <p:spPr>
          <a:xfrm>
            <a:off x="6117336" y="3090044"/>
            <a:ext cx="5236464" cy="3310756"/>
          </a:xfrm>
        </p:spPr>
        <p:txBody>
          <a:bodyPr>
            <a:normAutofit fontScale="92500" lnSpcReduction="10000"/>
          </a:bodyPr>
          <a:lstStyle/>
          <a:p>
            <a:pPr marL="285750" indent="-285750">
              <a:buFontTx/>
              <a:buChar char="-"/>
            </a:pPr>
            <a:r>
              <a:rPr lang="en-US" dirty="0"/>
              <a:t>Order Matters -&gt; Lead with the Role, then the Task, followed by Context, Constraints, and finally the Format</a:t>
            </a:r>
          </a:p>
          <a:p>
            <a:pPr marL="285750" indent="-285750">
              <a:buFontTx/>
              <a:buChar char="-"/>
            </a:pPr>
            <a:endParaRPr lang="en-US" dirty="0"/>
          </a:p>
          <a:p>
            <a:pPr marL="285750" indent="-285750">
              <a:buFontTx/>
              <a:buChar char="-"/>
            </a:pPr>
            <a:r>
              <a:rPr lang="en-US" dirty="0"/>
              <a:t>Be Specific, Not Verbose -&gt; Adding random filler words confuses the engine. Priorities precise adjectives, exact numeric constraints</a:t>
            </a:r>
          </a:p>
          <a:p>
            <a:pPr marL="285750" indent="-285750">
              <a:buFontTx/>
              <a:buChar char="-"/>
            </a:pPr>
            <a:r>
              <a:rPr lang="en-US" dirty="0"/>
              <a:t>Prompting is essential -&gt; Treat it as an iterative process—start broad, analyze the AI's response, and chip away at it by feeding it follow-up constraints or clarifications</a:t>
            </a:r>
          </a:p>
        </p:txBody>
      </p:sp>
      <p:sp>
        <p:nvSpPr>
          <p:cNvPr id="5" name="Slide Number Placeholder 4">
            <a:extLst>
              <a:ext uri="{FF2B5EF4-FFF2-40B4-BE49-F238E27FC236}">
                <a16:creationId xmlns:a16="http://schemas.microsoft.com/office/drawing/2014/main" id="{F82F7028-EAF6-E185-E7AE-0D043557EFA1}"/>
              </a:ext>
            </a:extLst>
          </p:cNvPr>
          <p:cNvSpPr>
            <a:spLocks noGrp="1"/>
          </p:cNvSpPr>
          <p:nvPr>
            <p:ph type="sldNum" sz="quarter" idx="4294967295"/>
          </p:nvPr>
        </p:nvSpPr>
        <p:spPr>
          <a:xfrm>
            <a:off x="11733213" y="6218238"/>
            <a:ext cx="458787" cy="365125"/>
          </a:xfrm>
        </p:spPr>
        <p:txBody>
          <a:bodyPr/>
          <a:lstStyle/>
          <a:p>
            <a:fld id="{47FEACEE-25B4-4A2D-B147-27296E36371D}" type="slidenum">
              <a:rPr lang="en-US" altLang="zh-CN" noProof="0" smtClean="0"/>
              <a:pPr/>
              <a:t>10</a:t>
            </a:fld>
            <a:endParaRPr lang="en-US" altLang="zh-CN" noProof="0" dirty="0"/>
          </a:p>
        </p:txBody>
      </p:sp>
    </p:spTree>
    <p:extLst>
      <p:ext uri="{BB962C8B-B14F-4D97-AF65-F5344CB8AC3E}">
        <p14:creationId xmlns:p14="http://schemas.microsoft.com/office/powerpoint/2010/main" val="33468712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Title 59">
            <a:extLst>
              <a:ext uri="{FF2B5EF4-FFF2-40B4-BE49-F238E27FC236}">
                <a16:creationId xmlns:a16="http://schemas.microsoft.com/office/drawing/2014/main" id="{0031CE36-F77D-3964-C169-771DBA49D28A}"/>
              </a:ext>
            </a:extLst>
          </p:cNvPr>
          <p:cNvSpPr>
            <a:spLocks noGrp="1"/>
          </p:cNvSpPr>
          <p:nvPr>
            <p:ph type="title"/>
          </p:nvPr>
        </p:nvSpPr>
        <p:spPr>
          <a:xfrm>
            <a:off x="914400" y="1060704"/>
            <a:ext cx="7132320" cy="1773936"/>
          </a:xfrm>
        </p:spPr>
        <p:txBody>
          <a:bodyPr/>
          <a:lstStyle/>
          <a:p>
            <a:r>
              <a:rPr lang="en-US" dirty="0"/>
              <a:t>The Reusable Template</a:t>
            </a:r>
          </a:p>
        </p:txBody>
      </p:sp>
      <p:sp>
        <p:nvSpPr>
          <p:cNvPr id="43" name="Text Placeholder 42">
            <a:extLst>
              <a:ext uri="{FF2B5EF4-FFF2-40B4-BE49-F238E27FC236}">
                <a16:creationId xmlns:a16="http://schemas.microsoft.com/office/drawing/2014/main" id="{520E98B6-7B33-8FD4-A662-31DD4B85E22E}"/>
              </a:ext>
            </a:extLst>
          </p:cNvPr>
          <p:cNvSpPr>
            <a:spLocks noGrp="1"/>
          </p:cNvSpPr>
          <p:nvPr>
            <p:ph idx="1"/>
          </p:nvPr>
        </p:nvSpPr>
        <p:spPr>
          <a:xfrm>
            <a:off x="914400" y="3108960"/>
            <a:ext cx="3291840" cy="2651760"/>
          </a:xfrm>
        </p:spPr>
        <p:txBody>
          <a:bodyPr/>
          <a:lstStyle/>
          <a:p>
            <a:r>
              <a:rPr lang="en-US" b="1" dirty="0"/>
              <a:t>Reusable prompt </a:t>
            </a:r>
            <a:r>
              <a:rPr lang="en-US" dirty="0"/>
              <a:t>templates turn successful, ad-hoc AI interactions into reliable workflows by separating stable instructions from dynamic runtime variables.</a:t>
            </a:r>
          </a:p>
        </p:txBody>
      </p:sp>
      <p:sp>
        <p:nvSpPr>
          <p:cNvPr id="44" name="Text Placeholder 43">
            <a:extLst>
              <a:ext uri="{FF2B5EF4-FFF2-40B4-BE49-F238E27FC236}">
                <a16:creationId xmlns:a16="http://schemas.microsoft.com/office/drawing/2014/main" id="{78466807-A2DA-EC5D-ACDE-B83D6F7169EA}"/>
              </a:ext>
            </a:extLst>
          </p:cNvPr>
          <p:cNvSpPr>
            <a:spLocks noGrp="1"/>
          </p:cNvSpPr>
          <p:nvPr>
            <p:ph idx="56"/>
          </p:nvPr>
        </p:nvSpPr>
        <p:spPr>
          <a:xfrm>
            <a:off x="4754880" y="3108960"/>
            <a:ext cx="3291840" cy="2651760"/>
          </a:xfrm>
        </p:spPr>
        <p:txBody>
          <a:bodyPr/>
          <a:lstStyle/>
          <a:p>
            <a:r>
              <a:rPr lang="en-US" dirty="0"/>
              <a:t>A bulletproof prompt template for a recurring task maps out a five-part framework: </a:t>
            </a:r>
            <a:r>
              <a:rPr lang="en-US" b="1" dirty="0"/>
              <a:t>Role → Task → Context → Format → Constraints</a:t>
            </a:r>
            <a:r>
              <a:rPr lang="en-US" dirty="0"/>
              <a:t>.</a:t>
            </a:r>
          </a:p>
        </p:txBody>
      </p:sp>
      <p:sp>
        <p:nvSpPr>
          <p:cNvPr id="11" name="Slide Number Placeholder 13">
            <a:extLst>
              <a:ext uri="{FF2B5EF4-FFF2-40B4-BE49-F238E27FC236}">
                <a16:creationId xmlns:a16="http://schemas.microsoft.com/office/drawing/2014/main" id="{930FF33C-2E3C-37EC-75C2-1BE4513D9B62}"/>
              </a:ext>
            </a:extLst>
          </p:cNvPr>
          <p:cNvSpPr txBox="1">
            <a:spLocks/>
          </p:cNvSpPr>
          <p:nvPr/>
        </p:nvSpPr>
        <p:spPr>
          <a:xfrm>
            <a:off x="11194169" y="6215665"/>
            <a:ext cx="458592" cy="365125"/>
          </a:xfrm>
          <a:prstGeom prst="rect">
            <a:avLst/>
          </a:prstGeom>
        </p:spPr>
        <p:txBody>
          <a:bodyPr anchor="ctr"/>
          <a:lstStyle>
            <a:defPPr>
              <a:defRPr lang="zh-CN"/>
            </a:defPPr>
            <a:lvl1pPr marL="0" algn="ctr" defTabSz="914400" rtl="0" eaLnBrk="1" latinLnBrk="0" hangingPunct="1">
              <a:defRPr sz="1200" b="0" i="0" kern="1200">
                <a:solidFill>
                  <a:schemeClr val="tx1"/>
                </a:solidFill>
                <a:latin typeface="Abadi" panose="020B06040201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47FEACEE-25B4-4A2D-B147-27296E36371D}" type="slidenum">
              <a:rPr kumimoji="0" lang="en-US" altLang="zh-CN" sz="1200" u="none" strike="noStrike" kern="1200" cap="none" spc="0" normalizeH="0" baseline="0" smtClean="0">
                <a:ln>
                  <a:noFill/>
                </a:ln>
                <a:solidFill>
                  <a:schemeClr val="bg1"/>
                </a:solidFill>
                <a:effectLst/>
                <a:uLnTx/>
                <a:uFillTx/>
              </a:rPr>
              <a:pPr marL="0" marR="0" lvl="0" indent="0" algn="ctr" defTabSz="914400" rtl="0" eaLnBrk="1" fontAlgn="auto" latinLnBrk="0" hangingPunct="1">
                <a:lnSpc>
                  <a:spcPct val="100000"/>
                </a:lnSpc>
                <a:spcBef>
                  <a:spcPts val="0"/>
                </a:spcBef>
                <a:spcAft>
                  <a:spcPts val="0"/>
                </a:spcAft>
                <a:buClrTx/>
                <a:buSzTx/>
                <a:buFontTx/>
                <a:buNone/>
                <a:tabLst/>
                <a:defRPr/>
              </a:pPr>
              <a:t>11</a:t>
            </a:fld>
            <a:endParaRPr kumimoji="0" lang="en-US" altLang="zh-CN" sz="1200" u="none" strike="noStrike" kern="1200" cap="none" spc="0" normalizeH="0" baseline="0" dirty="0">
              <a:ln>
                <a:noFill/>
              </a:ln>
              <a:solidFill>
                <a:schemeClr val="bg1"/>
              </a:solidFill>
              <a:effectLst/>
              <a:uLnTx/>
              <a:uFillTx/>
            </a:endParaRPr>
          </a:p>
        </p:txBody>
      </p:sp>
      <p:sp>
        <p:nvSpPr>
          <p:cNvPr id="2" name="Slide Number Placeholder 1">
            <a:extLst>
              <a:ext uri="{FF2B5EF4-FFF2-40B4-BE49-F238E27FC236}">
                <a16:creationId xmlns:a16="http://schemas.microsoft.com/office/drawing/2014/main" id="{2222DE72-77CB-CB24-A4D1-2FAC47307AC9}"/>
              </a:ext>
            </a:extLst>
          </p:cNvPr>
          <p:cNvSpPr>
            <a:spLocks noGrp="1"/>
          </p:cNvSpPr>
          <p:nvPr>
            <p:ph type="sldNum" sz="quarter" idx="55"/>
          </p:nvPr>
        </p:nvSpPr>
        <p:spPr/>
        <p:txBody>
          <a:bodyPr/>
          <a:lstStyle/>
          <a:p>
            <a:fld id="{47FEACEE-25B4-4A2D-B147-27296E36371D}" type="slidenum">
              <a:rPr lang="en-US" altLang="zh-CN" noProof="0" smtClean="0"/>
              <a:pPr/>
              <a:t>11</a:t>
            </a:fld>
            <a:endParaRPr lang="en-US" altLang="zh-CN" noProof="0" dirty="0"/>
          </a:p>
        </p:txBody>
      </p:sp>
    </p:spTree>
    <p:extLst>
      <p:ext uri="{BB962C8B-B14F-4D97-AF65-F5344CB8AC3E}">
        <p14:creationId xmlns:p14="http://schemas.microsoft.com/office/powerpoint/2010/main" val="41821480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45968-70F7-0180-6448-3547E442EF4A}"/>
              </a:ext>
            </a:extLst>
          </p:cNvPr>
          <p:cNvSpPr>
            <a:spLocks noGrp="1"/>
          </p:cNvSpPr>
          <p:nvPr>
            <p:ph type="title"/>
          </p:nvPr>
        </p:nvSpPr>
        <p:spPr>
          <a:xfrm>
            <a:off x="914400" y="731520"/>
            <a:ext cx="4663440" cy="1737360"/>
          </a:xfrm>
        </p:spPr>
        <p:txBody>
          <a:bodyPr anchor="t" anchorCtr="0">
            <a:normAutofit/>
          </a:bodyPr>
          <a:lstStyle/>
          <a:p>
            <a:r>
              <a:rPr lang="en-US" dirty="0"/>
              <a:t>Steps to build Prompt Library</a:t>
            </a:r>
          </a:p>
        </p:txBody>
      </p:sp>
      <p:sp>
        <p:nvSpPr>
          <p:cNvPr id="10" name="Content Placeholder 9">
            <a:extLst>
              <a:ext uri="{FF2B5EF4-FFF2-40B4-BE49-F238E27FC236}">
                <a16:creationId xmlns:a16="http://schemas.microsoft.com/office/drawing/2014/main" id="{19DA784D-F56F-1224-707E-9F882C4EB8A1}"/>
              </a:ext>
            </a:extLst>
          </p:cNvPr>
          <p:cNvSpPr>
            <a:spLocks noGrp="1"/>
          </p:cNvSpPr>
          <p:nvPr>
            <p:ph idx="30"/>
          </p:nvPr>
        </p:nvSpPr>
        <p:spPr>
          <a:xfrm>
            <a:off x="914400" y="2743200"/>
            <a:ext cx="8348472" cy="3374136"/>
          </a:xfrm>
        </p:spPr>
        <p:txBody>
          <a:bodyPr>
            <a:normAutofit fontScale="92500" lnSpcReduction="20000"/>
          </a:bodyPr>
          <a:lstStyle/>
          <a:p>
            <a:pPr lvl="0"/>
            <a:r>
              <a:rPr lang="en-US" b="1" dirty="0"/>
              <a:t>Audit Your Routine:</a:t>
            </a:r>
            <a:r>
              <a:rPr lang="en-US" dirty="0"/>
              <a:t> Review your daily or weekly workload. Anything you have prompted an AI to do more than twice this month (e.g., status reports, content generation, data extraction) is a prime candidate for a template.</a:t>
            </a:r>
          </a:p>
          <a:p>
            <a:pPr lvl="0"/>
            <a:r>
              <a:rPr lang="en-US" b="1" dirty="0"/>
              <a:t>Isolate the Variables:</a:t>
            </a:r>
            <a:r>
              <a:rPr lang="en-US" dirty="0"/>
              <a:t> Clearly separate your static core logic from the user data that changes per request. Use distinct variable markers like {</a:t>
            </a:r>
            <a:r>
              <a:rPr lang="en-US" dirty="0" err="1"/>
              <a:t>variable_name</a:t>
            </a:r>
            <a:r>
              <a:rPr lang="en-US" dirty="0"/>
              <a:t>} or [VARIABLE_NAME].</a:t>
            </a:r>
          </a:p>
          <a:p>
            <a:pPr lvl="0"/>
            <a:r>
              <a:rPr lang="en-US" b="1" dirty="0"/>
              <a:t>Establish Guardrails:</a:t>
            </a:r>
            <a:r>
              <a:rPr lang="en-US" dirty="0"/>
              <a:t> Define explicit fallback rules for the model. Tell it exactly what to do if an input variable is missing, incomplete, or ambiguous (e.g., </a:t>
            </a:r>
            <a:r>
              <a:rPr lang="en-US" i="1" dirty="0"/>
              <a:t>"If no tone is specified, default to professional"</a:t>
            </a:r>
            <a:r>
              <a:rPr lang="en-US" dirty="0"/>
              <a:t> or </a:t>
            </a:r>
            <a:r>
              <a:rPr lang="en-US" i="1" dirty="0"/>
              <a:t>"If the data is missing, reply with 'Information not provided' instead of guessing"</a:t>
            </a:r>
            <a:r>
              <a:rPr lang="en-US" dirty="0"/>
              <a:t>).</a:t>
            </a:r>
          </a:p>
          <a:p>
            <a:pPr lvl="0"/>
            <a:r>
              <a:rPr lang="en-US" b="1" dirty="0"/>
              <a:t>Validate on Multiple Inputs:</a:t>
            </a:r>
            <a:r>
              <a:rPr lang="en-US" dirty="0"/>
              <a:t> Never put a template into a production pipeline or shared team library based on a single successful output. Test the template on at least 3 distinct sets of input data to ensure it doesn't break under different edge cases.</a:t>
            </a:r>
          </a:p>
        </p:txBody>
      </p:sp>
      <p:sp>
        <p:nvSpPr>
          <p:cNvPr id="3" name="Slide Number Placeholder 2">
            <a:extLst>
              <a:ext uri="{FF2B5EF4-FFF2-40B4-BE49-F238E27FC236}">
                <a16:creationId xmlns:a16="http://schemas.microsoft.com/office/drawing/2014/main" id="{ADDFE8A8-4537-F7A1-3BF9-834AEFE3EA1A}"/>
              </a:ext>
            </a:extLst>
          </p:cNvPr>
          <p:cNvSpPr>
            <a:spLocks noGrp="1"/>
          </p:cNvSpPr>
          <p:nvPr>
            <p:ph type="sldNum" sz="quarter" idx="29"/>
          </p:nvPr>
        </p:nvSpPr>
        <p:spPr>
          <a:xfrm>
            <a:off x="11194169" y="6217920"/>
            <a:ext cx="458592" cy="365125"/>
          </a:xfrm>
        </p:spPr>
        <p:txBody>
          <a:bodyPr anchor="ctr">
            <a:normAutofit/>
          </a:bodyPr>
          <a:lstStyle/>
          <a:p>
            <a:pPr>
              <a:spcAft>
                <a:spcPts val="600"/>
              </a:spcAft>
            </a:pPr>
            <a:fld id="{CBD12358-51D2-46B3-9BDE-DF29528B9454}" type="slidenum">
              <a:rPr lang="en-US" smtClean="0"/>
              <a:pPr>
                <a:spcAft>
                  <a:spcPts val="600"/>
                </a:spcAft>
              </a:pPr>
              <a:t>12</a:t>
            </a:fld>
            <a:endParaRPr lang="en-US"/>
          </a:p>
        </p:txBody>
      </p:sp>
      <p:sp>
        <p:nvSpPr>
          <p:cNvPr id="7" name="Content Placeholder 6">
            <a:extLst>
              <a:ext uri="{FF2B5EF4-FFF2-40B4-BE49-F238E27FC236}">
                <a16:creationId xmlns:a16="http://schemas.microsoft.com/office/drawing/2014/main" id="{316258AE-3D52-CA44-1161-D250CAC6D252}"/>
              </a:ext>
            </a:extLst>
          </p:cNvPr>
          <p:cNvSpPr>
            <a:spLocks noGrp="1"/>
          </p:cNvSpPr>
          <p:nvPr>
            <p:ph idx="1"/>
          </p:nvPr>
        </p:nvSpPr>
        <p:spPr/>
        <p:txBody>
          <a:bodyPr/>
          <a:lstStyle/>
          <a:p>
            <a:r>
              <a:rPr lang="en-US" dirty="0"/>
              <a:t>[Identify Tasks] ➔ [Isolate Variables] ➔ [Establish Guardrails] ➔ [Test &amp; Refine]</a:t>
            </a:r>
          </a:p>
        </p:txBody>
      </p:sp>
    </p:spTree>
    <p:extLst>
      <p:ext uri="{BB962C8B-B14F-4D97-AF65-F5344CB8AC3E}">
        <p14:creationId xmlns:p14="http://schemas.microsoft.com/office/powerpoint/2010/main" val="42599771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59F6-9B22-C211-4B4C-A2FD4B914C46}"/>
              </a:ext>
            </a:extLst>
          </p:cNvPr>
          <p:cNvSpPr>
            <a:spLocks noGrp="1"/>
          </p:cNvSpPr>
          <p:nvPr>
            <p:ph type="title"/>
          </p:nvPr>
        </p:nvSpPr>
        <p:spPr>
          <a:xfrm>
            <a:off x="914400" y="731520"/>
            <a:ext cx="8229600" cy="2103120"/>
          </a:xfrm>
          <a:noFill/>
        </p:spPr>
        <p:txBody>
          <a:bodyPr anchor="b" anchorCtr="0">
            <a:noAutofit/>
          </a:bodyPr>
          <a:lstStyle/>
          <a:p>
            <a:r>
              <a:rPr lang="en-US" dirty="0"/>
              <a:t>Core Prompting Techniques</a:t>
            </a:r>
          </a:p>
        </p:txBody>
      </p:sp>
      <p:sp>
        <p:nvSpPr>
          <p:cNvPr id="3" name="Slide Number Placeholder 2">
            <a:extLst>
              <a:ext uri="{FF2B5EF4-FFF2-40B4-BE49-F238E27FC236}">
                <a16:creationId xmlns:a16="http://schemas.microsoft.com/office/drawing/2014/main" id="{C5231D8C-5C7D-BFD9-19A4-7628C1400A37}"/>
              </a:ext>
            </a:extLst>
          </p:cNvPr>
          <p:cNvSpPr>
            <a:spLocks noGrp="1"/>
          </p:cNvSpPr>
          <p:nvPr>
            <p:ph type="sldNum" sz="quarter" idx="12"/>
          </p:nvPr>
        </p:nvSpPr>
        <p:spPr/>
        <p:txBody>
          <a:bodyPr/>
          <a:lstStyle/>
          <a:p>
            <a:fld id="{CBD12358-51D2-46B3-9BDE-DF29528B9454}" type="slidenum">
              <a:rPr lang="en-US" smtClean="0"/>
              <a:t>13</a:t>
            </a:fld>
            <a:endParaRPr lang="en-US" dirty="0"/>
          </a:p>
        </p:txBody>
      </p:sp>
      <p:sp>
        <p:nvSpPr>
          <p:cNvPr id="5" name="Content Placeholder 4">
            <a:extLst>
              <a:ext uri="{FF2B5EF4-FFF2-40B4-BE49-F238E27FC236}">
                <a16:creationId xmlns:a16="http://schemas.microsoft.com/office/drawing/2014/main" id="{0700B834-33C9-709E-E61E-5FA280A0B8E4}"/>
              </a:ext>
            </a:extLst>
          </p:cNvPr>
          <p:cNvSpPr>
            <a:spLocks noGrp="1"/>
          </p:cNvSpPr>
          <p:nvPr>
            <p:ph idx="14"/>
          </p:nvPr>
        </p:nvSpPr>
        <p:spPr/>
        <p:txBody>
          <a:bodyPr/>
          <a:lstStyle/>
          <a:p>
            <a:r>
              <a:rPr lang="en-US" dirty="0"/>
              <a:t>Zero-Shot vs. Few-Shot Prompting</a:t>
            </a:r>
          </a:p>
          <a:p>
            <a:endParaRPr lang="en-US" dirty="0"/>
          </a:p>
          <a:p>
            <a:r>
              <a:rPr lang="en-US" dirty="0"/>
              <a:t>Few-Shot Prompting</a:t>
            </a:r>
          </a:p>
        </p:txBody>
      </p:sp>
    </p:spTree>
    <p:extLst>
      <p:ext uri="{BB962C8B-B14F-4D97-AF65-F5344CB8AC3E}">
        <p14:creationId xmlns:p14="http://schemas.microsoft.com/office/powerpoint/2010/main" val="36046306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CEC29-2F05-D7E4-A266-08C74BE4F5F8}"/>
              </a:ext>
            </a:extLst>
          </p:cNvPr>
          <p:cNvSpPr>
            <a:spLocks noGrp="1"/>
          </p:cNvSpPr>
          <p:nvPr>
            <p:ph type="title"/>
          </p:nvPr>
        </p:nvSpPr>
        <p:spPr>
          <a:xfrm>
            <a:off x="6710510" y="2016579"/>
            <a:ext cx="4441188" cy="2775857"/>
          </a:xfrm>
        </p:spPr>
        <p:txBody>
          <a:bodyPr/>
          <a:lstStyle/>
          <a:p>
            <a:r>
              <a:rPr lang="en-US" dirty="0"/>
              <a:t>Zero-Shot Prompting</a:t>
            </a:r>
          </a:p>
        </p:txBody>
      </p:sp>
      <p:pic>
        <p:nvPicPr>
          <p:cNvPr id="5" name="Picture Placeholder 4" descr="A person looking at a person who is looking at a computer screen">
            <a:extLst>
              <a:ext uri="{FF2B5EF4-FFF2-40B4-BE49-F238E27FC236}">
                <a16:creationId xmlns:a16="http://schemas.microsoft.com/office/drawing/2014/main" id="{867EED95-1785-2CFF-AB72-C7852C4B1E15}"/>
              </a:ext>
            </a:extLst>
          </p:cNvPr>
          <p:cNvPicPr>
            <a:picLocks noGrp="1" noChangeAspect="1"/>
          </p:cNvPicPr>
          <p:nvPr>
            <p:ph type="pic" sz="quarter" idx="48"/>
          </p:nvPr>
        </p:nvPicPr>
        <p:blipFill>
          <a:blip r:embed="rId2"/>
          <a:srcRect t="11651" b="11651"/>
          <a:stretch/>
        </p:blipFill>
        <p:spPr>
          <a:xfrm>
            <a:off x="914400" y="539496"/>
            <a:ext cx="5025207" cy="5779008"/>
          </a:xfrm>
        </p:spPr>
      </p:pic>
    </p:spTree>
    <p:extLst>
      <p:ext uri="{BB962C8B-B14F-4D97-AF65-F5344CB8AC3E}">
        <p14:creationId xmlns:p14="http://schemas.microsoft.com/office/powerpoint/2010/main" val="11482279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21E73BA-53B9-C0C1-476A-00736A64AB79}"/>
              </a:ext>
            </a:extLst>
          </p:cNvPr>
          <p:cNvSpPr>
            <a:spLocks noGrp="1"/>
          </p:cNvSpPr>
          <p:nvPr>
            <p:ph type="title"/>
          </p:nvPr>
        </p:nvSpPr>
        <p:spPr>
          <a:xfrm>
            <a:off x="3465576" y="1499616"/>
            <a:ext cx="7955280" cy="1335024"/>
          </a:xfrm>
        </p:spPr>
        <p:txBody>
          <a:bodyPr anchor="b" anchorCtr="0"/>
          <a:lstStyle/>
          <a:p>
            <a:r>
              <a:rPr lang="en-US" dirty="0"/>
              <a:t>Contrast Framework</a:t>
            </a:r>
          </a:p>
        </p:txBody>
      </p:sp>
      <p:sp>
        <p:nvSpPr>
          <p:cNvPr id="14" name="Text Placeholder 13">
            <a:extLst>
              <a:ext uri="{FF2B5EF4-FFF2-40B4-BE49-F238E27FC236}">
                <a16:creationId xmlns:a16="http://schemas.microsoft.com/office/drawing/2014/main" id="{C78180D0-1AB6-8416-0EB1-10648E1A6050}"/>
              </a:ext>
            </a:extLst>
          </p:cNvPr>
          <p:cNvSpPr>
            <a:spLocks noGrp="1"/>
          </p:cNvSpPr>
          <p:nvPr>
            <p:ph idx="14"/>
          </p:nvPr>
        </p:nvSpPr>
        <p:spPr>
          <a:xfrm>
            <a:off x="3465576" y="3108960"/>
            <a:ext cx="6897624" cy="3108960"/>
          </a:xfrm>
        </p:spPr>
        <p:txBody>
          <a:bodyPr/>
          <a:lstStyle/>
          <a:p>
            <a:r>
              <a:rPr lang="en-US" b="1" dirty="0"/>
              <a:t>Zero-Shot:</a:t>
            </a:r>
            <a:r>
              <a:rPr lang="en-US" dirty="0"/>
              <a:t> </a:t>
            </a:r>
            <a:r>
              <a:rPr lang="en-US" i="1" dirty="0"/>
              <a:t>"Classify this customer review as Positive, Neutral, or Negative: 'The product arrived on time but the packaging was slightly torn, though the item itself works perfectly.'"</a:t>
            </a:r>
            <a:r>
              <a:rPr lang="en-US" dirty="0"/>
              <a:t>.</a:t>
            </a:r>
          </a:p>
          <a:p>
            <a:r>
              <a:rPr lang="en-US" b="1" dirty="0"/>
              <a:t>Few-Shot:</a:t>
            </a:r>
            <a:r>
              <a:rPr lang="en-US" dirty="0"/>
              <a:t> Provide explicit examples first to lock in the formatting..</a:t>
            </a:r>
          </a:p>
        </p:txBody>
      </p:sp>
      <p:sp>
        <p:nvSpPr>
          <p:cNvPr id="2" name="Slide Number Placeholder 1">
            <a:extLst>
              <a:ext uri="{FF2B5EF4-FFF2-40B4-BE49-F238E27FC236}">
                <a16:creationId xmlns:a16="http://schemas.microsoft.com/office/drawing/2014/main" id="{B2E4D147-B48C-ADE3-3FEF-627D467699A2}"/>
              </a:ext>
            </a:extLst>
          </p:cNvPr>
          <p:cNvSpPr>
            <a:spLocks noGrp="1"/>
          </p:cNvSpPr>
          <p:nvPr>
            <p:ph type="sldNum" sz="quarter" idx="40"/>
          </p:nvPr>
        </p:nvSpPr>
        <p:spPr>
          <a:xfrm>
            <a:off x="11194169" y="6217920"/>
            <a:ext cx="458592" cy="365125"/>
          </a:xfrm>
        </p:spPr>
        <p:txBody>
          <a:bodyPr/>
          <a:lstStyle/>
          <a:p>
            <a:fld id="{47FEACEE-25B4-4A2D-B147-27296E36371D}" type="slidenum">
              <a:rPr lang="en-US" altLang="zh-CN" noProof="0" smtClean="0"/>
              <a:pPr/>
              <a:t>15</a:t>
            </a:fld>
            <a:endParaRPr lang="en-US" altLang="zh-CN" noProof="0" dirty="0"/>
          </a:p>
        </p:txBody>
      </p:sp>
      <p:sp>
        <p:nvSpPr>
          <p:cNvPr id="15" name="Slide Number Placeholder 13">
            <a:extLst>
              <a:ext uri="{FF2B5EF4-FFF2-40B4-BE49-F238E27FC236}">
                <a16:creationId xmlns:a16="http://schemas.microsoft.com/office/drawing/2014/main" id="{55AB7753-4245-72E4-BEDB-33038672BA35}"/>
              </a:ext>
            </a:extLst>
          </p:cNvPr>
          <p:cNvSpPr txBox="1">
            <a:spLocks/>
          </p:cNvSpPr>
          <p:nvPr/>
        </p:nvSpPr>
        <p:spPr>
          <a:xfrm>
            <a:off x="11194169" y="6215665"/>
            <a:ext cx="458592" cy="365125"/>
          </a:xfrm>
          <a:prstGeom prst="rect">
            <a:avLst/>
          </a:prstGeom>
        </p:spPr>
        <p:txBody>
          <a:bodyPr anchor="ctr"/>
          <a:lstStyle>
            <a:defPPr>
              <a:defRPr lang="zh-CN"/>
            </a:defPPr>
            <a:lvl1pPr marL="0" algn="ctr" defTabSz="914400" rtl="0" eaLnBrk="1" latinLnBrk="0" hangingPunct="1">
              <a:defRPr sz="1200" b="0" i="0" kern="1200">
                <a:solidFill>
                  <a:schemeClr val="tx1"/>
                </a:solidFill>
                <a:latin typeface="Abadi" panose="020B06040201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fld id="{47FEACEE-25B4-4A2D-B147-27296E36371D}" type="slidenum">
              <a:rPr kumimoji="0" lang="en-US" altLang="zh-CN" sz="1200" u="none" strike="noStrike" kern="1200" cap="none" spc="0" normalizeH="0" baseline="0" smtClean="0">
                <a:ln>
                  <a:noFill/>
                </a:ln>
                <a:solidFill>
                  <a:schemeClr val="bg1"/>
                </a:solidFill>
                <a:effectLst/>
                <a:uLnTx/>
                <a:uFillTx/>
              </a:rPr>
              <a:pPr marL="0" marR="0" lvl="0" indent="0" algn="ctr" defTabSz="914400" rtl="0" eaLnBrk="1" fontAlgn="auto" latinLnBrk="0" hangingPunct="1">
                <a:lnSpc>
                  <a:spcPct val="100000"/>
                </a:lnSpc>
                <a:spcBef>
                  <a:spcPts val="0"/>
                </a:spcBef>
                <a:spcAft>
                  <a:spcPts val="0"/>
                </a:spcAft>
                <a:buClrTx/>
                <a:buSzTx/>
                <a:buFontTx/>
                <a:buNone/>
                <a:tabLst/>
                <a:defRPr/>
              </a:pPr>
              <a:t>15</a:t>
            </a:fld>
            <a:endParaRPr kumimoji="0" lang="en-US" altLang="zh-CN" sz="1200" u="none" strike="noStrike" kern="1200" cap="none" spc="0" normalizeH="0" baseline="0" dirty="0">
              <a:ln>
                <a:noFill/>
              </a:ln>
              <a:solidFill>
                <a:schemeClr val="bg1"/>
              </a:solidFill>
              <a:effectLst/>
              <a:uLnTx/>
              <a:uFillTx/>
            </a:endParaRPr>
          </a:p>
        </p:txBody>
      </p:sp>
    </p:spTree>
    <p:extLst>
      <p:ext uri="{BB962C8B-B14F-4D97-AF65-F5344CB8AC3E}">
        <p14:creationId xmlns:p14="http://schemas.microsoft.com/office/powerpoint/2010/main" val="25197270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D4188-0CE5-C635-3755-DF500080E74F}"/>
              </a:ext>
            </a:extLst>
          </p:cNvPr>
          <p:cNvSpPr>
            <a:spLocks noGrp="1"/>
          </p:cNvSpPr>
          <p:nvPr>
            <p:ph type="title"/>
          </p:nvPr>
        </p:nvSpPr>
        <p:spPr>
          <a:xfrm>
            <a:off x="571500" y="1238250"/>
            <a:ext cx="11334750" cy="1596390"/>
          </a:xfrm>
        </p:spPr>
        <p:txBody>
          <a:bodyPr>
            <a:normAutofit/>
          </a:bodyPr>
          <a:lstStyle/>
          <a:p>
            <a:r>
              <a:rPr lang="en-US" sz="1600" dirty="0"/>
              <a:t>Zero-shot prompting asks an AI to complete a task without showing it any examples, while few-shot prompting provides 1 to 3 examples of the exact input-output structure you want before giving the final prompt</a:t>
            </a:r>
            <a:r>
              <a:rPr lang="en-US" dirty="0"/>
              <a:t>.</a:t>
            </a:r>
          </a:p>
        </p:txBody>
      </p:sp>
      <p:sp>
        <p:nvSpPr>
          <p:cNvPr id="5" name="Slide Number Placeholder 4">
            <a:extLst>
              <a:ext uri="{FF2B5EF4-FFF2-40B4-BE49-F238E27FC236}">
                <a16:creationId xmlns:a16="http://schemas.microsoft.com/office/drawing/2014/main" id="{49543192-004A-21EE-B478-DC7B0DFD845F}"/>
              </a:ext>
            </a:extLst>
          </p:cNvPr>
          <p:cNvSpPr>
            <a:spLocks noGrp="1"/>
          </p:cNvSpPr>
          <p:nvPr>
            <p:ph type="sldNum" sz="quarter" idx="40"/>
          </p:nvPr>
        </p:nvSpPr>
        <p:spPr/>
        <p:txBody>
          <a:bodyPr/>
          <a:lstStyle/>
          <a:p>
            <a:fld id="{47FEACEE-25B4-4A2D-B147-27296E36371D}" type="slidenum">
              <a:rPr lang="en-US" altLang="zh-CN" noProof="0" smtClean="0"/>
              <a:pPr/>
              <a:t>16</a:t>
            </a:fld>
            <a:endParaRPr lang="en-US" altLang="zh-CN" noProof="0" dirty="0"/>
          </a:p>
        </p:txBody>
      </p:sp>
      <p:pic>
        <p:nvPicPr>
          <p:cNvPr id="7" name="Picture 6">
            <a:extLst>
              <a:ext uri="{FF2B5EF4-FFF2-40B4-BE49-F238E27FC236}">
                <a16:creationId xmlns:a16="http://schemas.microsoft.com/office/drawing/2014/main" id="{E6C0A6C2-E988-6B19-9C0D-1FE7E24AD2C3}"/>
              </a:ext>
            </a:extLst>
          </p:cNvPr>
          <p:cNvPicPr>
            <a:picLocks noChangeAspect="1"/>
          </p:cNvPicPr>
          <p:nvPr/>
        </p:nvPicPr>
        <p:blipFill>
          <a:blip r:embed="rId2"/>
          <a:stretch>
            <a:fillRect/>
          </a:stretch>
        </p:blipFill>
        <p:spPr>
          <a:xfrm>
            <a:off x="3586162" y="3092767"/>
            <a:ext cx="5019675" cy="286702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602885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B16ED-38FB-75D2-F41B-CEBF867283A2}"/>
              </a:ext>
            </a:extLst>
          </p:cNvPr>
          <p:cNvSpPr>
            <a:spLocks noGrp="1"/>
          </p:cNvSpPr>
          <p:nvPr>
            <p:ph type="title"/>
          </p:nvPr>
        </p:nvSpPr>
        <p:spPr/>
        <p:txBody>
          <a:bodyPr/>
          <a:lstStyle/>
          <a:p>
            <a:r>
              <a:rPr lang="en-US" dirty="0"/>
              <a:t>Zero Shot Example (no Guidance)</a:t>
            </a:r>
          </a:p>
        </p:txBody>
      </p:sp>
      <p:sp>
        <p:nvSpPr>
          <p:cNvPr id="3" name="Content Placeholder 2">
            <a:extLst>
              <a:ext uri="{FF2B5EF4-FFF2-40B4-BE49-F238E27FC236}">
                <a16:creationId xmlns:a16="http://schemas.microsoft.com/office/drawing/2014/main" id="{7E38025F-6C90-73E0-58DA-4EEE25FDA30C}"/>
              </a:ext>
            </a:extLst>
          </p:cNvPr>
          <p:cNvSpPr>
            <a:spLocks noGrp="1"/>
          </p:cNvSpPr>
          <p:nvPr>
            <p:ph idx="14"/>
          </p:nvPr>
        </p:nvSpPr>
        <p:spPr>
          <a:xfrm>
            <a:off x="3465576" y="3108960"/>
            <a:ext cx="6707124" cy="3108960"/>
          </a:xfrm>
        </p:spPr>
        <p:txBody>
          <a:bodyPr/>
          <a:lstStyle/>
          <a:p>
            <a:r>
              <a:rPr lang="en-US" b="1" dirty="0"/>
              <a:t>Prompt:</a:t>
            </a:r>
            <a:r>
              <a:rPr lang="en-US" dirty="0"/>
              <a:t> </a:t>
            </a:r>
            <a:r>
              <a:rPr lang="en-US" i="1" dirty="0"/>
              <a:t>Classify this support ticket as Technical, Billing, or General: "My screen goes entirely black every time I try to open the export menu."</a:t>
            </a:r>
            <a:endParaRPr lang="en-US" dirty="0"/>
          </a:p>
          <a:p>
            <a:r>
              <a:rPr lang="en-US" b="1" dirty="0"/>
              <a:t>Likely AI Output:</a:t>
            </a:r>
            <a:r>
              <a:rPr lang="en-US" dirty="0"/>
              <a:t> </a:t>
            </a:r>
            <a:r>
              <a:rPr lang="en-US" i="1" dirty="0"/>
              <a:t>This support ticket falls under the Technical category because it describes an application crash/UI failure when triggering an explicit software action (the export menu).</a:t>
            </a:r>
            <a:endParaRPr lang="en-US" dirty="0"/>
          </a:p>
          <a:p>
            <a:endParaRPr lang="en-US" dirty="0"/>
          </a:p>
        </p:txBody>
      </p:sp>
      <p:sp>
        <p:nvSpPr>
          <p:cNvPr id="5" name="Slide Number Placeholder 4">
            <a:extLst>
              <a:ext uri="{FF2B5EF4-FFF2-40B4-BE49-F238E27FC236}">
                <a16:creationId xmlns:a16="http://schemas.microsoft.com/office/drawing/2014/main" id="{1EA971C7-E87B-BEC0-B1B8-54AB61E7BD42}"/>
              </a:ext>
            </a:extLst>
          </p:cNvPr>
          <p:cNvSpPr>
            <a:spLocks noGrp="1"/>
          </p:cNvSpPr>
          <p:nvPr>
            <p:ph type="sldNum" sz="quarter" idx="40"/>
          </p:nvPr>
        </p:nvSpPr>
        <p:spPr/>
        <p:txBody>
          <a:bodyPr/>
          <a:lstStyle/>
          <a:p>
            <a:fld id="{47FEACEE-25B4-4A2D-B147-27296E36371D}" type="slidenum">
              <a:rPr lang="en-US" altLang="zh-CN" noProof="0" smtClean="0"/>
              <a:pPr/>
              <a:t>17</a:t>
            </a:fld>
            <a:endParaRPr lang="en-US" altLang="zh-CN" noProof="0" dirty="0"/>
          </a:p>
        </p:txBody>
      </p:sp>
    </p:spTree>
    <p:extLst>
      <p:ext uri="{BB962C8B-B14F-4D97-AF65-F5344CB8AC3E}">
        <p14:creationId xmlns:p14="http://schemas.microsoft.com/office/powerpoint/2010/main" val="1509576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43606-9BBE-56CB-9803-10118FEC167C}"/>
              </a:ext>
            </a:extLst>
          </p:cNvPr>
          <p:cNvSpPr>
            <a:spLocks noGrp="1"/>
          </p:cNvSpPr>
          <p:nvPr>
            <p:ph type="title"/>
          </p:nvPr>
        </p:nvSpPr>
        <p:spPr>
          <a:xfrm>
            <a:off x="3086100" y="1499616"/>
            <a:ext cx="8334756" cy="1335024"/>
          </a:xfrm>
        </p:spPr>
        <p:txBody>
          <a:bodyPr/>
          <a:lstStyle/>
          <a:p>
            <a:r>
              <a:rPr lang="en-US" dirty="0"/>
              <a:t>Few-Shot Example (Pattern Lock-in)</a:t>
            </a:r>
          </a:p>
        </p:txBody>
      </p:sp>
      <p:sp>
        <p:nvSpPr>
          <p:cNvPr id="3" name="Content Placeholder 2">
            <a:extLst>
              <a:ext uri="{FF2B5EF4-FFF2-40B4-BE49-F238E27FC236}">
                <a16:creationId xmlns:a16="http://schemas.microsoft.com/office/drawing/2014/main" id="{76DB452E-95B7-C8F7-DF14-E99683C881F4}"/>
              </a:ext>
            </a:extLst>
          </p:cNvPr>
          <p:cNvSpPr>
            <a:spLocks noGrp="1"/>
          </p:cNvSpPr>
          <p:nvPr>
            <p:ph idx="14"/>
          </p:nvPr>
        </p:nvSpPr>
        <p:spPr>
          <a:xfrm>
            <a:off x="3465575" y="3108960"/>
            <a:ext cx="7728593" cy="3108960"/>
          </a:xfrm>
        </p:spPr>
        <p:txBody>
          <a:bodyPr>
            <a:normAutofit fontScale="92500"/>
          </a:bodyPr>
          <a:lstStyle/>
          <a:p>
            <a:pPr marL="0" indent="0">
              <a:buNone/>
            </a:pPr>
            <a:r>
              <a:rPr lang="en-US" b="1" dirty="0"/>
              <a:t>Prompt:</a:t>
            </a:r>
            <a:br>
              <a:rPr lang="en-US" dirty="0"/>
            </a:br>
            <a:r>
              <a:rPr lang="en-US" i="1" dirty="0"/>
              <a:t>Classify the support tickets below. Follow the formatting of the examples exactly.</a:t>
            </a:r>
            <a:endParaRPr lang="en-US" dirty="0"/>
          </a:p>
          <a:p>
            <a:pPr marL="0" indent="0">
              <a:buNone/>
            </a:pPr>
            <a:r>
              <a:rPr lang="en-US" i="1" dirty="0"/>
              <a:t>Ticket: "I need to update my credit card on file."</a:t>
            </a:r>
            <a:br>
              <a:rPr lang="en-US" dirty="0"/>
            </a:br>
            <a:r>
              <a:rPr lang="en-US" i="1" dirty="0"/>
              <a:t>Category: BILLING</a:t>
            </a:r>
            <a:endParaRPr lang="en-US" dirty="0"/>
          </a:p>
          <a:p>
            <a:pPr marL="0" indent="0">
              <a:buNone/>
            </a:pPr>
            <a:r>
              <a:rPr lang="en-US" i="1" dirty="0"/>
              <a:t>Ticket: "Where can I find the company holiday calendar?"</a:t>
            </a:r>
            <a:br>
              <a:rPr lang="en-US" dirty="0"/>
            </a:br>
            <a:r>
              <a:rPr lang="en-US" i="1" dirty="0"/>
              <a:t>Category: GENERAL</a:t>
            </a:r>
            <a:endParaRPr lang="en-US" dirty="0"/>
          </a:p>
          <a:p>
            <a:pPr marL="0" indent="0">
              <a:buNone/>
            </a:pPr>
            <a:r>
              <a:rPr lang="en-US" i="1" dirty="0"/>
              <a:t>Ticket: "My screen goes entirely black every time I try to open the export menu."</a:t>
            </a:r>
            <a:br>
              <a:rPr lang="en-US" dirty="0"/>
            </a:br>
            <a:r>
              <a:rPr lang="en-US" i="1" dirty="0"/>
              <a:t>Category:</a:t>
            </a:r>
            <a:endParaRPr lang="en-US" dirty="0"/>
          </a:p>
          <a:p>
            <a:pPr marL="0" indent="0">
              <a:buNone/>
            </a:pPr>
            <a:r>
              <a:rPr lang="en-US" b="1" dirty="0"/>
              <a:t>Likely AI Output:</a:t>
            </a:r>
            <a:r>
              <a:rPr lang="en-US" dirty="0"/>
              <a:t> </a:t>
            </a:r>
            <a:r>
              <a:rPr lang="en-US" i="1" dirty="0"/>
              <a:t>TECHNICAL</a:t>
            </a:r>
            <a:endParaRPr lang="en-US" dirty="0"/>
          </a:p>
          <a:p>
            <a:endParaRPr lang="en-US" dirty="0"/>
          </a:p>
        </p:txBody>
      </p:sp>
      <p:sp>
        <p:nvSpPr>
          <p:cNvPr id="5" name="Slide Number Placeholder 4">
            <a:extLst>
              <a:ext uri="{FF2B5EF4-FFF2-40B4-BE49-F238E27FC236}">
                <a16:creationId xmlns:a16="http://schemas.microsoft.com/office/drawing/2014/main" id="{F977AC81-787E-425F-3163-301566031576}"/>
              </a:ext>
            </a:extLst>
          </p:cNvPr>
          <p:cNvSpPr>
            <a:spLocks noGrp="1"/>
          </p:cNvSpPr>
          <p:nvPr>
            <p:ph type="sldNum" sz="quarter" idx="40"/>
          </p:nvPr>
        </p:nvSpPr>
        <p:spPr/>
        <p:txBody>
          <a:bodyPr/>
          <a:lstStyle/>
          <a:p>
            <a:fld id="{47FEACEE-25B4-4A2D-B147-27296E36371D}" type="slidenum">
              <a:rPr lang="en-US" altLang="zh-CN" noProof="0" smtClean="0"/>
              <a:pPr/>
              <a:t>18</a:t>
            </a:fld>
            <a:endParaRPr lang="en-US" altLang="zh-CN" noProof="0" dirty="0"/>
          </a:p>
        </p:txBody>
      </p:sp>
    </p:spTree>
    <p:extLst>
      <p:ext uri="{BB962C8B-B14F-4D97-AF65-F5344CB8AC3E}">
        <p14:creationId xmlns:p14="http://schemas.microsoft.com/office/powerpoint/2010/main" val="40572574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F615B-E436-E4E2-C72F-96BC02803BE1}"/>
              </a:ext>
            </a:extLst>
          </p:cNvPr>
          <p:cNvSpPr>
            <a:spLocks noGrp="1"/>
          </p:cNvSpPr>
          <p:nvPr>
            <p:ph type="title"/>
          </p:nvPr>
        </p:nvSpPr>
        <p:spPr/>
        <p:txBody>
          <a:bodyPr>
            <a:normAutofit/>
          </a:bodyPr>
          <a:lstStyle/>
          <a:p>
            <a:r>
              <a:rPr lang="en-US" sz="2800" dirty="0"/>
              <a:t>Scenario to Zero-shot and Few-shot</a:t>
            </a:r>
          </a:p>
        </p:txBody>
      </p:sp>
      <p:sp>
        <p:nvSpPr>
          <p:cNvPr id="3" name="Content Placeholder 2">
            <a:extLst>
              <a:ext uri="{FF2B5EF4-FFF2-40B4-BE49-F238E27FC236}">
                <a16:creationId xmlns:a16="http://schemas.microsoft.com/office/drawing/2014/main" id="{F881AFD1-271F-6107-6525-15F81F9289ED}"/>
              </a:ext>
            </a:extLst>
          </p:cNvPr>
          <p:cNvSpPr>
            <a:spLocks noGrp="1"/>
          </p:cNvSpPr>
          <p:nvPr>
            <p:ph idx="14"/>
          </p:nvPr>
        </p:nvSpPr>
        <p:spPr>
          <a:xfrm>
            <a:off x="3465576" y="3108960"/>
            <a:ext cx="7088124" cy="3108960"/>
          </a:xfrm>
        </p:spPr>
        <p:txBody>
          <a:bodyPr>
            <a:normAutofit/>
          </a:bodyPr>
          <a:lstStyle/>
          <a:p>
            <a:r>
              <a:rPr lang="en-US" b="1" dirty="0"/>
              <a:t>Choose Zero-Shot when:</a:t>
            </a:r>
            <a:r>
              <a:rPr lang="en-US" dirty="0"/>
              <a:t> You are using a highly capable model (like GPT-4o or Claude 3.5 Sonnet) for everyday text generation, brainstorming ideas, translating simple phrases, or writing emails where the precise structure isn't critical.</a:t>
            </a:r>
          </a:p>
          <a:p>
            <a:r>
              <a:rPr lang="en-US" b="1" dirty="0"/>
              <a:t>Choose Few-Shot when:</a:t>
            </a:r>
            <a:r>
              <a:rPr lang="en-US" dirty="0"/>
              <a:t> You need the output to match a highly specific corporate voice, you are generating code that must fit a rigid syntax, or you are extracting data into a clean structure (like JSON or CSV arrays) to pass into another software application.</a:t>
            </a:r>
          </a:p>
          <a:p>
            <a:endParaRPr lang="en-US" dirty="0"/>
          </a:p>
        </p:txBody>
      </p:sp>
      <p:sp>
        <p:nvSpPr>
          <p:cNvPr id="5" name="Slide Number Placeholder 4">
            <a:extLst>
              <a:ext uri="{FF2B5EF4-FFF2-40B4-BE49-F238E27FC236}">
                <a16:creationId xmlns:a16="http://schemas.microsoft.com/office/drawing/2014/main" id="{A2AEDD97-1B52-E8FB-8540-77675EBDEFC6}"/>
              </a:ext>
            </a:extLst>
          </p:cNvPr>
          <p:cNvSpPr>
            <a:spLocks noGrp="1"/>
          </p:cNvSpPr>
          <p:nvPr>
            <p:ph type="sldNum" sz="quarter" idx="40"/>
          </p:nvPr>
        </p:nvSpPr>
        <p:spPr/>
        <p:txBody>
          <a:bodyPr/>
          <a:lstStyle/>
          <a:p>
            <a:fld id="{47FEACEE-25B4-4A2D-B147-27296E36371D}" type="slidenum">
              <a:rPr lang="en-US" altLang="zh-CN" noProof="0" smtClean="0"/>
              <a:pPr/>
              <a:t>19</a:t>
            </a:fld>
            <a:endParaRPr lang="en-US" altLang="zh-CN" noProof="0" dirty="0"/>
          </a:p>
        </p:txBody>
      </p:sp>
    </p:spTree>
    <p:extLst>
      <p:ext uri="{BB962C8B-B14F-4D97-AF65-F5344CB8AC3E}">
        <p14:creationId xmlns:p14="http://schemas.microsoft.com/office/powerpoint/2010/main" val="37079227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8F6DF-E13D-9C6F-CA25-0C856BF37ADE}"/>
              </a:ext>
            </a:extLst>
          </p:cNvPr>
          <p:cNvSpPr>
            <a:spLocks noGrp="1"/>
          </p:cNvSpPr>
          <p:nvPr>
            <p:ph type="title"/>
          </p:nvPr>
        </p:nvSpPr>
        <p:spPr/>
        <p:txBody>
          <a:bodyPr/>
          <a:lstStyle/>
          <a:p>
            <a:r>
              <a:rPr lang="en-US" dirty="0"/>
              <a:t>Controlling the Output</a:t>
            </a:r>
          </a:p>
        </p:txBody>
      </p:sp>
      <p:sp>
        <p:nvSpPr>
          <p:cNvPr id="3" name="Content Placeholder 2">
            <a:extLst>
              <a:ext uri="{FF2B5EF4-FFF2-40B4-BE49-F238E27FC236}">
                <a16:creationId xmlns:a16="http://schemas.microsoft.com/office/drawing/2014/main" id="{03A3549C-738C-7319-4053-CE843D27FC8C}"/>
              </a:ext>
            </a:extLst>
          </p:cNvPr>
          <p:cNvSpPr>
            <a:spLocks noGrp="1"/>
          </p:cNvSpPr>
          <p:nvPr>
            <p:ph idx="14"/>
          </p:nvPr>
        </p:nvSpPr>
        <p:spPr/>
        <p:txBody>
          <a:bodyPr/>
          <a:lstStyle/>
          <a:p>
            <a:r>
              <a:rPr lang="en-US" b="1" dirty="0"/>
              <a:t>Controlling output format is the difference between copy-pasting an AI's response directly into your workflow and spending 15 minutes formatting it yourself.</a:t>
            </a:r>
            <a:endParaRPr lang="en-US" dirty="0"/>
          </a:p>
          <a:p>
            <a:endParaRPr lang="en-US" dirty="0"/>
          </a:p>
        </p:txBody>
      </p:sp>
      <p:sp>
        <p:nvSpPr>
          <p:cNvPr id="4" name="Content Placeholder 3">
            <a:extLst>
              <a:ext uri="{FF2B5EF4-FFF2-40B4-BE49-F238E27FC236}">
                <a16:creationId xmlns:a16="http://schemas.microsoft.com/office/drawing/2014/main" id="{05AAE010-84FB-D50C-85C8-4BBACE184BD1}"/>
              </a:ext>
            </a:extLst>
          </p:cNvPr>
          <p:cNvSpPr>
            <a:spLocks noGrp="1"/>
          </p:cNvSpPr>
          <p:nvPr>
            <p:ph idx="1"/>
          </p:nvPr>
        </p:nvSpPr>
        <p:spPr/>
        <p:txBody>
          <a:bodyPr>
            <a:normAutofit fontScale="92500" lnSpcReduction="10000"/>
          </a:bodyPr>
          <a:lstStyle/>
          <a:p>
            <a:pPr marL="342900" indent="-342900">
              <a:buAutoNum type="arabicPeriod"/>
            </a:pPr>
            <a:r>
              <a:rPr lang="en-US" dirty="0"/>
              <a:t>Markdown &amp; Tables</a:t>
            </a:r>
          </a:p>
          <a:p>
            <a:pPr marL="342900" indent="-342900">
              <a:buAutoNum type="arabicPeriod"/>
            </a:pPr>
            <a:endParaRPr lang="en-US" dirty="0"/>
          </a:p>
          <a:p>
            <a:r>
              <a:rPr lang="en-US" dirty="0"/>
              <a:t>Markdown is the universal language of AI formatting. It allows you to enforce clean hierarchies using headers (#, ##), bold text (**), and structured data grids. Tables are ideal for direct comparisons, features, or metrics.</a:t>
            </a:r>
          </a:p>
          <a:p>
            <a:pPr marL="342900" indent="-342900">
              <a:buAutoNum type="arabicPeriod"/>
            </a:pPr>
            <a:endParaRPr lang="en-US" dirty="0"/>
          </a:p>
        </p:txBody>
      </p:sp>
      <p:sp>
        <p:nvSpPr>
          <p:cNvPr id="5" name="Slide Number Placeholder 4">
            <a:extLst>
              <a:ext uri="{FF2B5EF4-FFF2-40B4-BE49-F238E27FC236}">
                <a16:creationId xmlns:a16="http://schemas.microsoft.com/office/drawing/2014/main" id="{005CD1C9-9770-BB5D-C49F-8203565C5226}"/>
              </a:ext>
            </a:extLst>
          </p:cNvPr>
          <p:cNvSpPr>
            <a:spLocks noGrp="1"/>
          </p:cNvSpPr>
          <p:nvPr>
            <p:ph type="sldNum" sz="quarter" idx="40"/>
          </p:nvPr>
        </p:nvSpPr>
        <p:spPr/>
        <p:txBody>
          <a:bodyPr/>
          <a:lstStyle/>
          <a:p>
            <a:fld id="{47FEACEE-25B4-4A2D-B147-27296E36371D}" type="slidenum">
              <a:rPr lang="en-US" altLang="zh-CN" noProof="0" smtClean="0"/>
              <a:pPr/>
              <a:t>20</a:t>
            </a:fld>
            <a:endParaRPr lang="en-US" altLang="zh-CN" noProof="0" dirty="0"/>
          </a:p>
        </p:txBody>
      </p:sp>
    </p:spTree>
    <p:extLst>
      <p:ext uri="{BB962C8B-B14F-4D97-AF65-F5344CB8AC3E}">
        <p14:creationId xmlns:p14="http://schemas.microsoft.com/office/powerpoint/2010/main" val="15051584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F5DF-4869-1E5B-7A5E-014B38EB0962}"/>
              </a:ext>
            </a:extLst>
          </p:cNvPr>
          <p:cNvSpPr>
            <a:spLocks noGrp="1"/>
          </p:cNvSpPr>
          <p:nvPr>
            <p:ph type="title"/>
          </p:nvPr>
        </p:nvSpPr>
        <p:spPr/>
        <p:txBody>
          <a:bodyPr/>
          <a:lstStyle/>
          <a:p>
            <a:r>
              <a:rPr lang="en-US" dirty="0"/>
              <a:t>Power of Structured Output</a:t>
            </a:r>
          </a:p>
        </p:txBody>
      </p:sp>
      <p:sp>
        <p:nvSpPr>
          <p:cNvPr id="3" name="Content Placeholder 2">
            <a:extLst>
              <a:ext uri="{FF2B5EF4-FFF2-40B4-BE49-F238E27FC236}">
                <a16:creationId xmlns:a16="http://schemas.microsoft.com/office/drawing/2014/main" id="{6B3F80B7-EEAF-513E-172C-B7B2EB9E051A}"/>
              </a:ext>
            </a:extLst>
          </p:cNvPr>
          <p:cNvSpPr>
            <a:spLocks noGrp="1"/>
          </p:cNvSpPr>
          <p:nvPr>
            <p:ph idx="14"/>
          </p:nvPr>
        </p:nvSpPr>
        <p:spPr/>
        <p:txBody>
          <a:bodyPr/>
          <a:lstStyle/>
          <a:p>
            <a:pPr marL="0" indent="0">
              <a:buNone/>
            </a:pPr>
            <a:r>
              <a:rPr lang="en-US" dirty="0"/>
              <a:t>2. Enforcing JSON forces the model to drop all conversational text and output raw code.</a:t>
            </a:r>
          </a:p>
          <a:p>
            <a:pPr marL="0" indent="0">
              <a:buNone/>
            </a:pPr>
            <a:endParaRPr lang="en-US" dirty="0"/>
          </a:p>
        </p:txBody>
      </p:sp>
      <p:sp>
        <p:nvSpPr>
          <p:cNvPr id="4" name="Content Placeholder 3">
            <a:extLst>
              <a:ext uri="{FF2B5EF4-FFF2-40B4-BE49-F238E27FC236}">
                <a16:creationId xmlns:a16="http://schemas.microsoft.com/office/drawing/2014/main" id="{0C1EE95C-125E-3ED7-1CB4-A24BBE90DCD2}"/>
              </a:ext>
            </a:extLst>
          </p:cNvPr>
          <p:cNvSpPr>
            <a:spLocks noGrp="1"/>
          </p:cNvSpPr>
          <p:nvPr>
            <p:ph idx="1"/>
          </p:nvPr>
        </p:nvSpPr>
        <p:spPr>
          <a:xfrm>
            <a:off x="8229599" y="3108960"/>
            <a:ext cx="3423161" cy="3108960"/>
          </a:xfrm>
        </p:spPr>
        <p:txBody>
          <a:bodyPr>
            <a:normAutofit fontScale="77500" lnSpcReduction="20000"/>
          </a:bodyPr>
          <a:lstStyle/>
          <a:p>
            <a:r>
              <a:rPr lang="en-US" dirty="0"/>
              <a:t>Two Rules for Flawless Output Control </a:t>
            </a:r>
          </a:p>
          <a:p>
            <a:endParaRPr lang="en-US" dirty="0"/>
          </a:p>
          <a:p>
            <a:pPr lvl="0"/>
            <a:r>
              <a:rPr lang="en-US" b="1" dirty="0"/>
              <a:t>Use Negative Constraints (The "Do Not" Rule):</a:t>
            </a:r>
            <a:r>
              <a:rPr lang="en-US" dirty="0"/>
              <a:t> Models are eager to please and will often add polite conversational filler. You must explicitly forbid it.</a:t>
            </a:r>
          </a:p>
          <a:p>
            <a:pPr lvl="1"/>
            <a:r>
              <a:rPr lang="en-US" i="1" dirty="0"/>
              <a:t>Good:</a:t>
            </a:r>
            <a:r>
              <a:rPr lang="en-US" dirty="0"/>
              <a:t> </a:t>
            </a:r>
            <a:r>
              <a:rPr lang="en-US" i="1" dirty="0"/>
              <a:t>"Provide only the raw markdown list. Do not include introductory or concluding remarks."</a:t>
            </a:r>
            <a:endParaRPr lang="en-US" dirty="0"/>
          </a:p>
          <a:p>
            <a:pPr lvl="0"/>
            <a:r>
              <a:rPr lang="en-US" b="1" dirty="0"/>
              <a:t>Provide a Blank Target:</a:t>
            </a:r>
            <a:r>
              <a:rPr lang="en-US" dirty="0"/>
              <a:t> When asking for a specific format, leave a structural placeholder at the very end of your prompt to signal to the model exactly where its text should begin.</a:t>
            </a:r>
          </a:p>
          <a:p>
            <a:endParaRPr lang="en-US" dirty="0"/>
          </a:p>
        </p:txBody>
      </p:sp>
      <p:sp>
        <p:nvSpPr>
          <p:cNvPr id="5" name="Slide Number Placeholder 4">
            <a:extLst>
              <a:ext uri="{FF2B5EF4-FFF2-40B4-BE49-F238E27FC236}">
                <a16:creationId xmlns:a16="http://schemas.microsoft.com/office/drawing/2014/main" id="{C74B8A50-059A-289B-57AF-15705E47BA79}"/>
              </a:ext>
            </a:extLst>
          </p:cNvPr>
          <p:cNvSpPr>
            <a:spLocks noGrp="1"/>
          </p:cNvSpPr>
          <p:nvPr>
            <p:ph type="sldNum" sz="quarter" idx="40"/>
          </p:nvPr>
        </p:nvSpPr>
        <p:spPr/>
        <p:txBody>
          <a:bodyPr/>
          <a:lstStyle/>
          <a:p>
            <a:fld id="{47FEACEE-25B4-4A2D-B147-27296E36371D}" type="slidenum">
              <a:rPr lang="en-US" altLang="zh-CN" noProof="0" smtClean="0"/>
              <a:pPr/>
              <a:t>21</a:t>
            </a:fld>
            <a:endParaRPr lang="en-US" altLang="zh-CN" noProof="0" dirty="0"/>
          </a:p>
        </p:txBody>
      </p:sp>
    </p:spTree>
    <p:extLst>
      <p:ext uri="{BB962C8B-B14F-4D97-AF65-F5344CB8AC3E}">
        <p14:creationId xmlns:p14="http://schemas.microsoft.com/office/powerpoint/2010/main" val="21313262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6D107-8D82-0098-7887-E72840D2CC73}"/>
              </a:ext>
            </a:extLst>
          </p:cNvPr>
          <p:cNvSpPr>
            <a:spLocks noGrp="1"/>
          </p:cNvSpPr>
          <p:nvPr>
            <p:ph type="title"/>
          </p:nvPr>
        </p:nvSpPr>
        <p:spPr>
          <a:xfrm>
            <a:off x="3468185" y="924429"/>
            <a:ext cx="7955280" cy="742139"/>
          </a:xfrm>
        </p:spPr>
        <p:txBody>
          <a:bodyPr>
            <a:normAutofit/>
          </a:bodyPr>
          <a:lstStyle/>
          <a:p>
            <a:r>
              <a:rPr lang="en-US" sz="2800" dirty="0"/>
              <a:t>Scenario to use Markdown Vs JSON</a:t>
            </a:r>
          </a:p>
        </p:txBody>
      </p:sp>
      <p:pic>
        <p:nvPicPr>
          <p:cNvPr id="7" name="Content Placeholder 6">
            <a:extLst>
              <a:ext uri="{FF2B5EF4-FFF2-40B4-BE49-F238E27FC236}">
                <a16:creationId xmlns:a16="http://schemas.microsoft.com/office/drawing/2014/main" id="{3A0F1B3B-4492-1ABA-B97E-35B3EC156052}"/>
              </a:ext>
            </a:extLst>
          </p:cNvPr>
          <p:cNvPicPr>
            <a:picLocks noGrp="1" noChangeAspect="1"/>
          </p:cNvPicPr>
          <p:nvPr>
            <p:ph idx="14"/>
          </p:nvPr>
        </p:nvPicPr>
        <p:blipFill>
          <a:blip r:embed="rId2"/>
          <a:stretch>
            <a:fillRect/>
          </a:stretch>
        </p:blipFill>
        <p:spPr>
          <a:xfrm>
            <a:off x="3686739" y="2311727"/>
            <a:ext cx="6032448" cy="3621844"/>
          </a:xfrm>
          <a:prstGeom prst="rect">
            <a:avLst/>
          </a:prstGeom>
          <a:ln>
            <a:noFill/>
          </a:ln>
          <a:effectLst>
            <a:outerShdw blurRad="292100" dist="139700" dir="2700000" algn="tl" rotWithShape="0">
              <a:srgbClr val="333333">
                <a:alpha val="65000"/>
              </a:srgbClr>
            </a:outerShdw>
          </a:effectLst>
        </p:spPr>
      </p:pic>
      <p:sp>
        <p:nvSpPr>
          <p:cNvPr id="5" name="Slide Number Placeholder 4">
            <a:extLst>
              <a:ext uri="{FF2B5EF4-FFF2-40B4-BE49-F238E27FC236}">
                <a16:creationId xmlns:a16="http://schemas.microsoft.com/office/drawing/2014/main" id="{8176DE02-23E0-9D51-A313-E7AD2F6313BD}"/>
              </a:ext>
            </a:extLst>
          </p:cNvPr>
          <p:cNvSpPr>
            <a:spLocks noGrp="1"/>
          </p:cNvSpPr>
          <p:nvPr>
            <p:ph type="sldNum" sz="quarter" idx="40"/>
          </p:nvPr>
        </p:nvSpPr>
        <p:spPr/>
        <p:txBody>
          <a:bodyPr/>
          <a:lstStyle/>
          <a:p>
            <a:fld id="{47FEACEE-25B4-4A2D-B147-27296E36371D}" type="slidenum">
              <a:rPr lang="en-US" altLang="zh-CN" noProof="0" smtClean="0"/>
              <a:pPr/>
              <a:t>22</a:t>
            </a:fld>
            <a:endParaRPr lang="en-US" altLang="zh-CN" noProof="0" dirty="0"/>
          </a:p>
        </p:txBody>
      </p:sp>
    </p:spTree>
    <p:extLst>
      <p:ext uri="{BB962C8B-B14F-4D97-AF65-F5344CB8AC3E}">
        <p14:creationId xmlns:p14="http://schemas.microsoft.com/office/powerpoint/2010/main" val="25859140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90214-FE94-F059-EF31-D6F5796909EC}"/>
              </a:ext>
            </a:extLst>
          </p:cNvPr>
          <p:cNvSpPr>
            <a:spLocks noGrp="1"/>
          </p:cNvSpPr>
          <p:nvPr>
            <p:ph type="title"/>
          </p:nvPr>
        </p:nvSpPr>
        <p:spPr>
          <a:xfrm>
            <a:off x="3465576" y="640080"/>
            <a:ext cx="7955280" cy="1335024"/>
          </a:xfrm>
        </p:spPr>
        <p:txBody>
          <a:bodyPr/>
          <a:lstStyle/>
          <a:p>
            <a:r>
              <a:rPr lang="en-US" dirty="0"/>
              <a:t>Controlling Tone, Reading level and Length</a:t>
            </a:r>
          </a:p>
        </p:txBody>
      </p:sp>
      <p:sp>
        <p:nvSpPr>
          <p:cNvPr id="3" name="Content Placeholder 2">
            <a:extLst>
              <a:ext uri="{FF2B5EF4-FFF2-40B4-BE49-F238E27FC236}">
                <a16:creationId xmlns:a16="http://schemas.microsoft.com/office/drawing/2014/main" id="{D82CA0E0-F032-BFCF-2413-E69186059DC6}"/>
              </a:ext>
            </a:extLst>
          </p:cNvPr>
          <p:cNvSpPr>
            <a:spLocks noGrp="1"/>
          </p:cNvSpPr>
          <p:nvPr>
            <p:ph idx="14"/>
          </p:nvPr>
        </p:nvSpPr>
        <p:spPr>
          <a:xfrm>
            <a:off x="3465576" y="2477729"/>
            <a:ext cx="7595714" cy="3740191"/>
          </a:xfrm>
        </p:spPr>
        <p:txBody>
          <a:bodyPr/>
          <a:lstStyle/>
          <a:p>
            <a:r>
              <a:rPr lang="en-US" b="1" dirty="0"/>
              <a:t>Controlling Tone (The Emotional Frame)</a:t>
            </a:r>
          </a:p>
          <a:p>
            <a:pPr marL="0" indent="0">
              <a:buNone/>
            </a:pPr>
            <a:r>
              <a:rPr lang="en-US" dirty="0"/>
              <a:t>Tone sets the attitude of the response. To get the exact voice you want, avoid vague words like </a:t>
            </a:r>
            <a:r>
              <a:rPr lang="en-US" i="1" dirty="0"/>
              <a:t>"make it sound professional."</a:t>
            </a:r>
            <a:r>
              <a:rPr lang="en-US" dirty="0"/>
              <a:t> Instead, provide contrasting guardrails.</a:t>
            </a:r>
          </a:p>
          <a:p>
            <a:pPr marL="0" lvl="0" indent="0">
              <a:buNone/>
            </a:pPr>
            <a:r>
              <a:rPr lang="en-US" b="1" dirty="0"/>
              <a:t>The Command Strategy:</a:t>
            </a:r>
            <a:r>
              <a:rPr lang="en-US" dirty="0"/>
              <a:t> Give the model a target tone along with an explicit "anti-tone" to avoid.</a:t>
            </a:r>
          </a:p>
          <a:p>
            <a:pPr marL="0" lvl="0" indent="0">
              <a:buNone/>
            </a:pPr>
            <a:r>
              <a:rPr lang="en-US" i="1" dirty="0"/>
              <a:t>Write a reply to this customer complaint regarding a shipping </a:t>
            </a:r>
            <a:r>
              <a:rPr lang="en-US" i="1" dirty="0" err="1"/>
              <a:t>delay.Tone</a:t>
            </a:r>
            <a:r>
              <a:rPr lang="en-US" i="1" dirty="0"/>
              <a:t>: Empathetic, direct, and solutions-oriented. Anti-Tone: Do not sound overly defensive, stiffly corporate, or robotic. Do not use exclamation marks.</a:t>
            </a:r>
          </a:p>
          <a:p>
            <a:pPr marL="0" indent="0">
              <a:buNone/>
            </a:pPr>
            <a:endParaRPr lang="en-US" dirty="0"/>
          </a:p>
        </p:txBody>
      </p:sp>
      <p:sp>
        <p:nvSpPr>
          <p:cNvPr id="5" name="Slide Number Placeholder 4">
            <a:extLst>
              <a:ext uri="{FF2B5EF4-FFF2-40B4-BE49-F238E27FC236}">
                <a16:creationId xmlns:a16="http://schemas.microsoft.com/office/drawing/2014/main" id="{5EA1FAC2-D1D6-57F9-7331-E63532BF9DD9}"/>
              </a:ext>
            </a:extLst>
          </p:cNvPr>
          <p:cNvSpPr>
            <a:spLocks noGrp="1"/>
          </p:cNvSpPr>
          <p:nvPr>
            <p:ph type="sldNum" sz="quarter" idx="40"/>
          </p:nvPr>
        </p:nvSpPr>
        <p:spPr/>
        <p:txBody>
          <a:bodyPr/>
          <a:lstStyle/>
          <a:p>
            <a:fld id="{47FEACEE-25B4-4A2D-B147-27296E36371D}" type="slidenum">
              <a:rPr lang="en-US" altLang="zh-CN" noProof="0" smtClean="0"/>
              <a:pPr/>
              <a:t>23</a:t>
            </a:fld>
            <a:endParaRPr lang="en-US" altLang="zh-CN" noProof="0" dirty="0"/>
          </a:p>
        </p:txBody>
      </p:sp>
    </p:spTree>
    <p:extLst>
      <p:ext uri="{BB962C8B-B14F-4D97-AF65-F5344CB8AC3E}">
        <p14:creationId xmlns:p14="http://schemas.microsoft.com/office/powerpoint/2010/main" val="21505373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510FB-4A7E-457C-A0AD-AE7A81E927E8}"/>
              </a:ext>
            </a:extLst>
          </p:cNvPr>
          <p:cNvSpPr>
            <a:spLocks noGrp="1"/>
          </p:cNvSpPr>
          <p:nvPr>
            <p:ph type="title"/>
          </p:nvPr>
        </p:nvSpPr>
        <p:spPr>
          <a:xfrm>
            <a:off x="3465576" y="1499616"/>
            <a:ext cx="7955280" cy="365125"/>
          </a:xfrm>
        </p:spPr>
        <p:txBody>
          <a:bodyPr>
            <a:normAutofit fontScale="90000"/>
          </a:bodyPr>
          <a:lstStyle/>
          <a:p>
            <a:r>
              <a:rPr lang="en-US" dirty="0"/>
              <a:t>2. Controlling Reading Level</a:t>
            </a:r>
          </a:p>
        </p:txBody>
      </p:sp>
      <p:sp>
        <p:nvSpPr>
          <p:cNvPr id="3" name="Content Placeholder 2">
            <a:extLst>
              <a:ext uri="{FF2B5EF4-FFF2-40B4-BE49-F238E27FC236}">
                <a16:creationId xmlns:a16="http://schemas.microsoft.com/office/drawing/2014/main" id="{BFB810F5-8C58-EA74-F171-43DC8864200B}"/>
              </a:ext>
            </a:extLst>
          </p:cNvPr>
          <p:cNvSpPr>
            <a:spLocks noGrp="1"/>
          </p:cNvSpPr>
          <p:nvPr>
            <p:ph idx="14"/>
          </p:nvPr>
        </p:nvSpPr>
        <p:spPr>
          <a:xfrm>
            <a:off x="3465575" y="3108960"/>
            <a:ext cx="7728593" cy="3108960"/>
          </a:xfrm>
        </p:spPr>
        <p:txBody>
          <a:bodyPr/>
          <a:lstStyle/>
          <a:p>
            <a:r>
              <a:rPr lang="en-US" b="1" dirty="0"/>
              <a:t>2. Controlling Reading Level (The Complexity Frame)</a:t>
            </a:r>
          </a:p>
          <a:p>
            <a:pPr marL="0" indent="0">
              <a:buNone/>
            </a:pPr>
            <a:r>
              <a:rPr lang="en-US" dirty="0"/>
              <a:t>If you do not specify a reading level, AI models tend to write at a university or postgraduate level, using complex sentence structures and industry jargon. You can pin the model to a specific audience using the CEFR scale, grade levels, or clear structural rules.</a:t>
            </a:r>
          </a:p>
          <a:p>
            <a:pPr marL="0" indent="0">
              <a:buNone/>
            </a:pPr>
            <a:r>
              <a:rPr lang="en-US" i="1" dirty="0"/>
              <a:t>Explain our new data privacy policy. Target a 12th-grade reading level. Use precise industry terms (GDPR compliance, data minimization) without over-simplifying, as this is for our legal and compliance stakeholders</a:t>
            </a:r>
            <a:r>
              <a:rPr lang="en-US" dirty="0"/>
              <a:t>.</a:t>
            </a:r>
          </a:p>
          <a:p>
            <a:endParaRPr lang="en-US" dirty="0"/>
          </a:p>
        </p:txBody>
      </p:sp>
      <p:sp>
        <p:nvSpPr>
          <p:cNvPr id="5" name="Slide Number Placeholder 4">
            <a:extLst>
              <a:ext uri="{FF2B5EF4-FFF2-40B4-BE49-F238E27FC236}">
                <a16:creationId xmlns:a16="http://schemas.microsoft.com/office/drawing/2014/main" id="{E7890D9C-22B4-5C26-3241-B08D15A18B58}"/>
              </a:ext>
            </a:extLst>
          </p:cNvPr>
          <p:cNvSpPr>
            <a:spLocks noGrp="1"/>
          </p:cNvSpPr>
          <p:nvPr>
            <p:ph type="sldNum" sz="quarter" idx="40"/>
          </p:nvPr>
        </p:nvSpPr>
        <p:spPr/>
        <p:txBody>
          <a:bodyPr/>
          <a:lstStyle/>
          <a:p>
            <a:fld id="{47FEACEE-25B4-4A2D-B147-27296E36371D}" type="slidenum">
              <a:rPr lang="en-US" altLang="zh-CN" noProof="0" smtClean="0"/>
              <a:pPr/>
              <a:t>24</a:t>
            </a:fld>
            <a:endParaRPr lang="en-US" altLang="zh-CN" noProof="0" dirty="0"/>
          </a:p>
        </p:txBody>
      </p:sp>
    </p:spTree>
    <p:extLst>
      <p:ext uri="{BB962C8B-B14F-4D97-AF65-F5344CB8AC3E}">
        <p14:creationId xmlns:p14="http://schemas.microsoft.com/office/powerpoint/2010/main" val="22659789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DE7CB-22FD-C35B-EC59-CD23A3E8E0D4}"/>
              </a:ext>
            </a:extLst>
          </p:cNvPr>
          <p:cNvSpPr>
            <a:spLocks noGrp="1"/>
          </p:cNvSpPr>
          <p:nvPr>
            <p:ph type="title"/>
          </p:nvPr>
        </p:nvSpPr>
        <p:spPr/>
        <p:txBody>
          <a:bodyPr/>
          <a:lstStyle/>
          <a:p>
            <a:r>
              <a:rPr lang="en-US" dirty="0"/>
              <a:t>3. Controlling the Length</a:t>
            </a:r>
          </a:p>
        </p:txBody>
      </p:sp>
      <p:sp>
        <p:nvSpPr>
          <p:cNvPr id="3" name="Content Placeholder 2">
            <a:extLst>
              <a:ext uri="{FF2B5EF4-FFF2-40B4-BE49-F238E27FC236}">
                <a16:creationId xmlns:a16="http://schemas.microsoft.com/office/drawing/2014/main" id="{0FC8C551-114B-0BF9-1B09-314926493CCF}"/>
              </a:ext>
            </a:extLst>
          </p:cNvPr>
          <p:cNvSpPr>
            <a:spLocks noGrp="1"/>
          </p:cNvSpPr>
          <p:nvPr>
            <p:ph idx="14"/>
          </p:nvPr>
        </p:nvSpPr>
        <p:spPr>
          <a:xfrm>
            <a:off x="3465575" y="3108960"/>
            <a:ext cx="7403985" cy="3108960"/>
          </a:xfrm>
        </p:spPr>
        <p:txBody>
          <a:bodyPr>
            <a:normAutofit fontScale="92500" lnSpcReduction="10000"/>
          </a:bodyPr>
          <a:lstStyle/>
          <a:p>
            <a:pPr marL="0" indent="0">
              <a:buNone/>
            </a:pPr>
            <a:r>
              <a:rPr lang="en-US" dirty="0"/>
              <a:t>Models are notoriously bad at counting characters or exact words because they process text in "tokens" (chunks of characters), not words. Asking for </a:t>
            </a:r>
            <a:r>
              <a:rPr lang="en-US" i="1" dirty="0"/>
              <a:t>"exactly 240 words"</a:t>
            </a:r>
            <a:r>
              <a:rPr lang="en-US" dirty="0"/>
              <a:t> usually fails. Instead, enforce length using structural units that the model can track mathematically.</a:t>
            </a:r>
          </a:p>
          <a:p>
            <a:pPr marL="0" indent="0">
              <a:buNone/>
            </a:pPr>
            <a:r>
              <a:rPr lang="en-US" b="1" dirty="0"/>
              <a:t>High-Leverage Length Constraints</a:t>
            </a:r>
          </a:p>
          <a:p>
            <a:pPr marL="0" lvl="0" indent="0">
              <a:buNone/>
            </a:pPr>
            <a:r>
              <a:rPr lang="en-US" b="1" dirty="0"/>
              <a:t>Paragraph/Sentence Counts:</a:t>
            </a:r>
            <a:r>
              <a:rPr lang="en-US" dirty="0"/>
              <a:t> </a:t>
            </a:r>
            <a:r>
              <a:rPr lang="en-US" i="1" dirty="0"/>
              <a:t>"Write exactly two paragraphs. The first paragraph must contain three sentences, and the second must contain two."</a:t>
            </a:r>
            <a:endParaRPr lang="en-US" dirty="0"/>
          </a:p>
          <a:p>
            <a:pPr marL="0" lvl="0" indent="0">
              <a:buNone/>
            </a:pPr>
            <a:r>
              <a:rPr lang="en-US" b="1" dirty="0"/>
              <a:t>Hard </a:t>
            </a:r>
            <a:r>
              <a:rPr lang="en-US" b="1" dirty="0" err="1"/>
              <a:t>Hard</a:t>
            </a:r>
            <a:r>
              <a:rPr lang="en-US" b="1" dirty="0"/>
              <a:t> Ceilings:</a:t>
            </a:r>
            <a:r>
              <a:rPr lang="en-US" dirty="0"/>
              <a:t> </a:t>
            </a:r>
            <a:r>
              <a:rPr lang="en-US" i="1" dirty="0"/>
              <a:t>"Keep the entire response under 50 words total."</a:t>
            </a:r>
            <a:endParaRPr lang="en-US" dirty="0"/>
          </a:p>
          <a:p>
            <a:pPr marL="0" lvl="0" indent="0">
              <a:buNone/>
            </a:pPr>
            <a:r>
              <a:rPr lang="en-US" b="1" dirty="0"/>
              <a:t>Visual/Layout Caps:</a:t>
            </a:r>
            <a:r>
              <a:rPr lang="en-US" dirty="0"/>
              <a:t> </a:t>
            </a:r>
            <a:r>
              <a:rPr lang="en-US" i="1" dirty="0"/>
              <a:t>"Provide exactly three bullet points. Each bullet point must be a single line of text and contain no more than 10 words."</a:t>
            </a:r>
            <a:endParaRPr lang="en-US" dirty="0"/>
          </a:p>
          <a:p>
            <a:endParaRPr lang="en-US" dirty="0"/>
          </a:p>
        </p:txBody>
      </p:sp>
      <p:sp>
        <p:nvSpPr>
          <p:cNvPr id="5" name="Slide Number Placeholder 4">
            <a:extLst>
              <a:ext uri="{FF2B5EF4-FFF2-40B4-BE49-F238E27FC236}">
                <a16:creationId xmlns:a16="http://schemas.microsoft.com/office/drawing/2014/main" id="{9D84743E-6192-255F-440F-9ED5215CFEF2}"/>
              </a:ext>
            </a:extLst>
          </p:cNvPr>
          <p:cNvSpPr>
            <a:spLocks noGrp="1"/>
          </p:cNvSpPr>
          <p:nvPr>
            <p:ph type="sldNum" sz="quarter" idx="40"/>
          </p:nvPr>
        </p:nvSpPr>
        <p:spPr/>
        <p:txBody>
          <a:bodyPr/>
          <a:lstStyle/>
          <a:p>
            <a:fld id="{47FEACEE-25B4-4A2D-B147-27296E36371D}" type="slidenum">
              <a:rPr lang="en-US" altLang="zh-CN" noProof="0" smtClean="0"/>
              <a:pPr/>
              <a:t>25</a:t>
            </a:fld>
            <a:endParaRPr lang="en-US" altLang="zh-CN" noProof="0" dirty="0"/>
          </a:p>
        </p:txBody>
      </p:sp>
    </p:spTree>
    <p:extLst>
      <p:ext uri="{BB962C8B-B14F-4D97-AF65-F5344CB8AC3E}">
        <p14:creationId xmlns:p14="http://schemas.microsoft.com/office/powerpoint/2010/main" val="12505198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6BEE5-7C40-DEE0-0B12-2D8492771714}"/>
              </a:ext>
            </a:extLst>
          </p:cNvPr>
          <p:cNvSpPr>
            <a:spLocks noGrp="1"/>
          </p:cNvSpPr>
          <p:nvPr>
            <p:ph type="title"/>
          </p:nvPr>
        </p:nvSpPr>
        <p:spPr>
          <a:xfrm>
            <a:off x="3465576" y="1499616"/>
            <a:ext cx="7955280" cy="845378"/>
          </a:xfrm>
        </p:spPr>
        <p:txBody>
          <a:bodyPr>
            <a:normAutofit fontScale="90000"/>
          </a:bodyPr>
          <a:lstStyle/>
          <a:p>
            <a:r>
              <a:rPr lang="en-US" dirty="0"/>
              <a:t>Constraining scope to prevent rambling or off-topic answers</a:t>
            </a:r>
          </a:p>
        </p:txBody>
      </p:sp>
      <p:sp>
        <p:nvSpPr>
          <p:cNvPr id="3" name="Content Placeholder 2">
            <a:extLst>
              <a:ext uri="{FF2B5EF4-FFF2-40B4-BE49-F238E27FC236}">
                <a16:creationId xmlns:a16="http://schemas.microsoft.com/office/drawing/2014/main" id="{37C41968-43DA-4F48-B962-18DEAA848D29}"/>
              </a:ext>
            </a:extLst>
          </p:cNvPr>
          <p:cNvSpPr>
            <a:spLocks noGrp="1"/>
          </p:cNvSpPr>
          <p:nvPr>
            <p:ph idx="14"/>
          </p:nvPr>
        </p:nvSpPr>
        <p:spPr>
          <a:xfrm>
            <a:off x="3465575" y="3108960"/>
            <a:ext cx="7728593" cy="3108960"/>
          </a:xfrm>
        </p:spPr>
        <p:txBody>
          <a:bodyPr>
            <a:normAutofit fontScale="92500" lnSpcReduction="20000"/>
          </a:bodyPr>
          <a:lstStyle/>
          <a:p>
            <a:pPr marL="0" indent="0">
              <a:buNone/>
            </a:pPr>
            <a:r>
              <a:rPr lang="en-US" dirty="0"/>
              <a:t>To keep an AI tightly focused and prevent it from rambling, hallucinating, or wandering off-topic, you must establish strict operational boundaries.</a:t>
            </a:r>
          </a:p>
          <a:p>
            <a:pPr marL="0" indent="0">
              <a:buNone/>
            </a:pPr>
            <a:endParaRPr lang="en-US" dirty="0"/>
          </a:p>
          <a:p>
            <a:pPr marL="0" indent="0">
              <a:buNone/>
            </a:pPr>
            <a:r>
              <a:rPr lang="en-US" b="1" dirty="0"/>
              <a:t>Prevent Rambling </a:t>
            </a:r>
          </a:p>
          <a:p>
            <a:r>
              <a:rPr lang="en-US" b="1" dirty="0"/>
              <a:t>Use "Negative Prompting" (What </a:t>
            </a:r>
            <a:r>
              <a:rPr lang="en-US" b="1" i="1" dirty="0"/>
              <a:t>Not</a:t>
            </a:r>
            <a:r>
              <a:rPr lang="en-US" b="1" dirty="0"/>
              <a:t> to Do)</a:t>
            </a:r>
          </a:p>
          <a:p>
            <a:pPr marL="0" indent="0">
              <a:buNone/>
            </a:pPr>
            <a:r>
              <a:rPr lang="en-US" dirty="0"/>
              <a:t>Explicitly stating what the AI should omit is often more powerful than telling it what to include.</a:t>
            </a:r>
          </a:p>
          <a:p>
            <a:pPr marL="0" lvl="0" indent="0">
              <a:buNone/>
            </a:pPr>
            <a:r>
              <a:rPr lang="en-US" b="1" dirty="0"/>
              <a:t>Instead of:</a:t>
            </a:r>
            <a:r>
              <a:rPr lang="en-US" dirty="0"/>
              <a:t> </a:t>
            </a:r>
            <a:r>
              <a:rPr lang="en-US" i="1" dirty="0"/>
              <a:t>"Keep it brief."</a:t>
            </a:r>
            <a:endParaRPr lang="en-US" dirty="0"/>
          </a:p>
          <a:p>
            <a:pPr marL="0" lvl="0" indent="0">
              <a:buNone/>
            </a:pPr>
            <a:r>
              <a:rPr lang="en-US" b="1" dirty="0"/>
              <a:t>Use:</a:t>
            </a:r>
            <a:r>
              <a:rPr lang="en-US" dirty="0"/>
              <a:t> </a:t>
            </a:r>
            <a:r>
              <a:rPr lang="en-US" i="1" dirty="0"/>
              <a:t>"Do not introduce background history, adjacent theories, or introductory fluff. Answer the query directly in the first sentence."</a:t>
            </a:r>
            <a:endParaRPr lang="en-US" dirty="0"/>
          </a:p>
          <a:p>
            <a:pPr marL="0" indent="0">
              <a:buNone/>
            </a:pPr>
            <a:endParaRPr lang="en-US" dirty="0"/>
          </a:p>
        </p:txBody>
      </p:sp>
      <p:sp>
        <p:nvSpPr>
          <p:cNvPr id="5" name="Slide Number Placeholder 4">
            <a:extLst>
              <a:ext uri="{FF2B5EF4-FFF2-40B4-BE49-F238E27FC236}">
                <a16:creationId xmlns:a16="http://schemas.microsoft.com/office/drawing/2014/main" id="{9FD9CE98-2D15-BE2D-78C9-6ACF73A3D01E}"/>
              </a:ext>
            </a:extLst>
          </p:cNvPr>
          <p:cNvSpPr>
            <a:spLocks noGrp="1"/>
          </p:cNvSpPr>
          <p:nvPr>
            <p:ph type="sldNum" sz="quarter" idx="40"/>
          </p:nvPr>
        </p:nvSpPr>
        <p:spPr/>
        <p:txBody>
          <a:bodyPr/>
          <a:lstStyle/>
          <a:p>
            <a:fld id="{47FEACEE-25B4-4A2D-B147-27296E36371D}" type="slidenum">
              <a:rPr lang="en-US" altLang="zh-CN" noProof="0" smtClean="0"/>
              <a:pPr/>
              <a:t>26</a:t>
            </a:fld>
            <a:endParaRPr lang="en-US" altLang="zh-CN" noProof="0" dirty="0"/>
          </a:p>
        </p:txBody>
      </p:sp>
    </p:spTree>
    <p:extLst>
      <p:ext uri="{BB962C8B-B14F-4D97-AF65-F5344CB8AC3E}">
        <p14:creationId xmlns:p14="http://schemas.microsoft.com/office/powerpoint/2010/main" val="16239287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9BB23C6-3400-0C5F-8BD4-88EDA6DA07E9}"/>
              </a:ext>
            </a:extLst>
          </p:cNvPr>
          <p:cNvSpPr>
            <a:spLocks noGrp="1"/>
          </p:cNvSpPr>
          <p:nvPr>
            <p:ph idx="14"/>
          </p:nvPr>
        </p:nvSpPr>
        <p:spPr>
          <a:xfrm>
            <a:off x="3465575" y="3108960"/>
            <a:ext cx="7402293" cy="3108960"/>
          </a:xfrm>
        </p:spPr>
        <p:txBody>
          <a:bodyPr/>
          <a:lstStyle/>
          <a:p>
            <a:pPr marL="0" indent="0">
              <a:buNone/>
            </a:pPr>
            <a:r>
              <a:rPr lang="en-US" b="1" dirty="0"/>
              <a:t>2. Implement Structural Hard Caps</a:t>
            </a:r>
          </a:p>
          <a:p>
            <a:pPr marL="0" indent="0">
              <a:buNone/>
            </a:pPr>
            <a:r>
              <a:rPr lang="en-US" dirty="0"/>
              <a:t>Force the AI into a strict structural container. When the model has to fit its thoughts into a rigid visual format, it naturally cuts out filler text.</a:t>
            </a:r>
          </a:p>
          <a:p>
            <a:pPr marL="0" lvl="0" indent="0">
              <a:buNone/>
            </a:pPr>
            <a:r>
              <a:rPr lang="en-US" b="1" dirty="0"/>
              <a:t>Instead of:</a:t>
            </a:r>
            <a:r>
              <a:rPr lang="en-US" dirty="0"/>
              <a:t> </a:t>
            </a:r>
            <a:r>
              <a:rPr lang="en-US" i="1" dirty="0"/>
              <a:t>"Write a summary."</a:t>
            </a:r>
            <a:endParaRPr lang="en-US" dirty="0"/>
          </a:p>
          <a:p>
            <a:pPr marL="0" lvl="0" indent="0">
              <a:buNone/>
            </a:pPr>
            <a:r>
              <a:rPr lang="en-US" b="1" dirty="0"/>
              <a:t>Use:</a:t>
            </a:r>
            <a:r>
              <a:rPr lang="en-US" dirty="0"/>
              <a:t> </a:t>
            </a:r>
            <a:r>
              <a:rPr lang="en-US" i="1" dirty="0"/>
              <a:t>"Provide exactly three bullet points. Each bullet point must be a single sentence fragment of no more than 15 words. Do not write a concluding paragraph.</a:t>
            </a:r>
            <a:endParaRPr lang="en-US" dirty="0"/>
          </a:p>
          <a:p>
            <a:endParaRPr lang="en-US" dirty="0"/>
          </a:p>
        </p:txBody>
      </p:sp>
      <p:sp>
        <p:nvSpPr>
          <p:cNvPr id="5" name="Slide Number Placeholder 4">
            <a:extLst>
              <a:ext uri="{FF2B5EF4-FFF2-40B4-BE49-F238E27FC236}">
                <a16:creationId xmlns:a16="http://schemas.microsoft.com/office/drawing/2014/main" id="{1F087D66-B1DD-F4B5-E614-FBA1503D7A83}"/>
              </a:ext>
            </a:extLst>
          </p:cNvPr>
          <p:cNvSpPr>
            <a:spLocks noGrp="1"/>
          </p:cNvSpPr>
          <p:nvPr>
            <p:ph type="sldNum" sz="quarter" idx="40"/>
          </p:nvPr>
        </p:nvSpPr>
        <p:spPr/>
        <p:txBody>
          <a:bodyPr/>
          <a:lstStyle/>
          <a:p>
            <a:fld id="{47FEACEE-25B4-4A2D-B147-27296E36371D}" type="slidenum">
              <a:rPr lang="en-US" altLang="zh-CN" noProof="0" smtClean="0"/>
              <a:pPr/>
              <a:t>27</a:t>
            </a:fld>
            <a:endParaRPr lang="en-US" altLang="zh-CN" noProof="0" dirty="0"/>
          </a:p>
        </p:txBody>
      </p:sp>
    </p:spTree>
    <p:extLst>
      <p:ext uri="{BB962C8B-B14F-4D97-AF65-F5344CB8AC3E}">
        <p14:creationId xmlns:p14="http://schemas.microsoft.com/office/powerpoint/2010/main" val="271346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256C558-8412-932F-6A1D-E2389D4E8E61}"/>
              </a:ext>
            </a:extLst>
          </p:cNvPr>
          <p:cNvSpPr>
            <a:spLocks noGrp="1"/>
          </p:cNvSpPr>
          <p:nvPr>
            <p:ph idx="14"/>
          </p:nvPr>
        </p:nvSpPr>
        <p:spPr>
          <a:xfrm>
            <a:off x="3465576" y="2035277"/>
            <a:ext cx="6755056" cy="4182643"/>
          </a:xfrm>
        </p:spPr>
        <p:txBody>
          <a:bodyPr>
            <a:normAutofit/>
          </a:bodyPr>
          <a:lstStyle/>
          <a:p>
            <a:pPr marL="0" indent="0">
              <a:buNone/>
            </a:pPr>
            <a:r>
              <a:rPr lang="en-US" b="1" dirty="0"/>
              <a:t>3. Anchor the Source Data</a:t>
            </a:r>
          </a:p>
          <a:p>
            <a:pPr marL="0" indent="0">
              <a:buNone/>
            </a:pPr>
            <a:r>
              <a:rPr lang="en-US" dirty="0"/>
              <a:t>Prevent the AI from pulling from its general internet knowledge base by locking it down to a specific set of facts.</a:t>
            </a:r>
          </a:p>
          <a:p>
            <a:pPr marL="0" lvl="0" indent="0">
              <a:buNone/>
            </a:pPr>
            <a:r>
              <a:rPr lang="en-US" b="1" dirty="0"/>
              <a:t>Instead of:</a:t>
            </a:r>
            <a:r>
              <a:rPr lang="en-US" dirty="0"/>
              <a:t> </a:t>
            </a:r>
            <a:r>
              <a:rPr lang="en-US" i="1" dirty="0"/>
              <a:t>"Tell me about X based on standard practices."</a:t>
            </a:r>
            <a:endParaRPr lang="en-US" dirty="0"/>
          </a:p>
          <a:p>
            <a:pPr marL="0" lvl="0" indent="0">
              <a:buNone/>
            </a:pPr>
            <a:r>
              <a:rPr lang="en-US" b="1" dirty="0"/>
              <a:t>Use:</a:t>
            </a:r>
            <a:r>
              <a:rPr lang="en-US" dirty="0"/>
              <a:t> </a:t>
            </a:r>
            <a:r>
              <a:rPr lang="en-US" i="1" dirty="0"/>
              <a:t>"Rely exclusively on the text provided below. If the answer cannot be found directly within the text, state 'Information not available' and stop writing. Do not extrapolate."</a:t>
            </a:r>
            <a:endParaRPr lang="en-US" dirty="0"/>
          </a:p>
          <a:p>
            <a:endParaRPr lang="en-US" dirty="0"/>
          </a:p>
        </p:txBody>
      </p:sp>
      <p:sp>
        <p:nvSpPr>
          <p:cNvPr id="5" name="Slide Number Placeholder 4">
            <a:extLst>
              <a:ext uri="{FF2B5EF4-FFF2-40B4-BE49-F238E27FC236}">
                <a16:creationId xmlns:a16="http://schemas.microsoft.com/office/drawing/2014/main" id="{B3E05126-692D-6B49-C24C-A9B65BC6BB25}"/>
              </a:ext>
            </a:extLst>
          </p:cNvPr>
          <p:cNvSpPr>
            <a:spLocks noGrp="1"/>
          </p:cNvSpPr>
          <p:nvPr>
            <p:ph type="sldNum" sz="quarter" idx="40"/>
          </p:nvPr>
        </p:nvSpPr>
        <p:spPr/>
        <p:txBody>
          <a:bodyPr/>
          <a:lstStyle/>
          <a:p>
            <a:fld id="{47FEACEE-25B4-4A2D-B147-27296E36371D}" type="slidenum">
              <a:rPr lang="en-US" altLang="zh-CN" noProof="0" smtClean="0"/>
              <a:pPr/>
              <a:t>28</a:t>
            </a:fld>
            <a:endParaRPr lang="en-US" altLang="zh-CN" noProof="0" dirty="0"/>
          </a:p>
        </p:txBody>
      </p:sp>
    </p:spTree>
    <p:extLst>
      <p:ext uri="{BB962C8B-B14F-4D97-AF65-F5344CB8AC3E}">
        <p14:creationId xmlns:p14="http://schemas.microsoft.com/office/powerpoint/2010/main" val="34308041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A66C96F-7232-0D1D-5832-493573F69F90}"/>
              </a:ext>
            </a:extLst>
          </p:cNvPr>
          <p:cNvSpPr>
            <a:spLocks noGrp="1"/>
          </p:cNvSpPr>
          <p:nvPr>
            <p:ph idx="14"/>
          </p:nvPr>
        </p:nvSpPr>
        <p:spPr>
          <a:xfrm>
            <a:off x="3465575" y="3108960"/>
            <a:ext cx="6165121" cy="3108960"/>
          </a:xfrm>
        </p:spPr>
        <p:txBody>
          <a:bodyPr>
            <a:normAutofit/>
          </a:bodyPr>
          <a:lstStyle/>
          <a:p>
            <a:pPr marL="0" indent="0">
              <a:buNone/>
            </a:pPr>
            <a:r>
              <a:rPr lang="en-US" b="1" dirty="0"/>
              <a:t>4. Define the Exact "Scope of Expertise"</a:t>
            </a:r>
          </a:p>
          <a:p>
            <a:pPr marL="0" indent="0">
              <a:buNone/>
            </a:pPr>
            <a:r>
              <a:rPr lang="en-US" dirty="0"/>
              <a:t>Give the AI a narrow identity that naturally limits its vocabulary and perspective.</a:t>
            </a:r>
          </a:p>
          <a:p>
            <a:pPr marL="0" lvl="0" indent="0">
              <a:buNone/>
            </a:pPr>
            <a:r>
              <a:rPr lang="en-US" b="1" dirty="0"/>
              <a:t>Instead of:</a:t>
            </a:r>
            <a:r>
              <a:rPr lang="en-US" dirty="0"/>
              <a:t> </a:t>
            </a:r>
            <a:r>
              <a:rPr lang="en-US" i="1" dirty="0"/>
              <a:t>"Act as a business consultant."</a:t>
            </a:r>
            <a:endParaRPr lang="en-US" dirty="0"/>
          </a:p>
          <a:p>
            <a:pPr marL="0" lvl="0" indent="0">
              <a:buNone/>
            </a:pPr>
            <a:r>
              <a:rPr lang="en-US" b="1" dirty="0"/>
              <a:t>Use:</a:t>
            </a:r>
            <a:r>
              <a:rPr lang="en-US" dirty="0"/>
              <a:t> </a:t>
            </a:r>
            <a:r>
              <a:rPr lang="en-US" i="1" dirty="0"/>
              <a:t>"Act as a strict compliance auditor. Your scope is limited entirely to identifying regulatory violations in the text. Ignore operational efficiency, marketing, or revenue suggestions."</a:t>
            </a:r>
            <a:endParaRPr lang="en-US" dirty="0"/>
          </a:p>
          <a:p>
            <a:endParaRPr lang="en-US" dirty="0"/>
          </a:p>
        </p:txBody>
      </p:sp>
      <p:sp>
        <p:nvSpPr>
          <p:cNvPr id="5" name="Slide Number Placeholder 4">
            <a:extLst>
              <a:ext uri="{FF2B5EF4-FFF2-40B4-BE49-F238E27FC236}">
                <a16:creationId xmlns:a16="http://schemas.microsoft.com/office/drawing/2014/main" id="{C98EB585-2620-3AF2-EB75-7215326A0F5C}"/>
              </a:ext>
            </a:extLst>
          </p:cNvPr>
          <p:cNvSpPr>
            <a:spLocks noGrp="1"/>
          </p:cNvSpPr>
          <p:nvPr>
            <p:ph type="sldNum" sz="quarter" idx="40"/>
          </p:nvPr>
        </p:nvSpPr>
        <p:spPr/>
        <p:txBody>
          <a:bodyPr/>
          <a:lstStyle/>
          <a:p>
            <a:fld id="{47FEACEE-25B4-4A2D-B147-27296E36371D}" type="slidenum">
              <a:rPr lang="en-US" altLang="zh-CN" noProof="0" smtClean="0"/>
              <a:pPr/>
              <a:t>29</a:t>
            </a:fld>
            <a:endParaRPr lang="en-US" altLang="zh-CN" noProof="0" dirty="0"/>
          </a:p>
        </p:txBody>
      </p:sp>
    </p:spTree>
    <p:extLst>
      <p:ext uri="{BB962C8B-B14F-4D97-AF65-F5344CB8AC3E}">
        <p14:creationId xmlns:p14="http://schemas.microsoft.com/office/powerpoint/2010/main" val="23087685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940CA23-0303-BC98-7805-E55CF5F175BB}"/>
              </a:ext>
            </a:extLst>
          </p:cNvPr>
          <p:cNvSpPr>
            <a:spLocks noGrp="1"/>
          </p:cNvSpPr>
          <p:nvPr>
            <p:ph idx="14"/>
          </p:nvPr>
        </p:nvSpPr>
        <p:spPr>
          <a:xfrm>
            <a:off x="3465575" y="2610465"/>
            <a:ext cx="7330243" cy="3607455"/>
          </a:xfrm>
        </p:spPr>
        <p:txBody>
          <a:bodyPr/>
          <a:lstStyle/>
          <a:p>
            <a:pPr marL="0" indent="0">
              <a:buNone/>
            </a:pPr>
            <a:r>
              <a:rPr lang="en-US" b="1" dirty="0"/>
              <a:t>5. Use Trigger Words for Directness</a:t>
            </a:r>
          </a:p>
          <a:p>
            <a:pPr marL="0" indent="0">
              <a:buNone/>
            </a:pPr>
            <a:r>
              <a:rPr lang="en-US" dirty="0"/>
              <a:t>Incorporate command verbs that explicitly demand brevity.</a:t>
            </a:r>
          </a:p>
          <a:p>
            <a:pPr marL="0" lvl="0" indent="0">
              <a:buNone/>
            </a:pPr>
            <a:r>
              <a:rPr lang="en-US" b="1" dirty="0"/>
              <a:t>Good target phrases:</a:t>
            </a:r>
            <a:r>
              <a:rPr lang="en-US" dirty="0"/>
              <a:t> </a:t>
            </a:r>
            <a:r>
              <a:rPr lang="en-US" i="1" dirty="0"/>
              <a:t>"Be concise," "Provide an executive summary," "Give a stark, minimalist breakdown," "Answer in a single word/phrase."</a:t>
            </a:r>
            <a:endParaRPr lang="en-US" dirty="0"/>
          </a:p>
          <a:p>
            <a:endParaRPr lang="en-US" dirty="0"/>
          </a:p>
        </p:txBody>
      </p:sp>
      <p:sp>
        <p:nvSpPr>
          <p:cNvPr id="5" name="Slide Number Placeholder 4">
            <a:extLst>
              <a:ext uri="{FF2B5EF4-FFF2-40B4-BE49-F238E27FC236}">
                <a16:creationId xmlns:a16="http://schemas.microsoft.com/office/drawing/2014/main" id="{CB470DE2-F760-6EB3-B073-838A0DB14011}"/>
              </a:ext>
            </a:extLst>
          </p:cNvPr>
          <p:cNvSpPr>
            <a:spLocks noGrp="1"/>
          </p:cNvSpPr>
          <p:nvPr>
            <p:ph type="sldNum" sz="quarter" idx="40"/>
          </p:nvPr>
        </p:nvSpPr>
        <p:spPr/>
        <p:txBody>
          <a:bodyPr/>
          <a:lstStyle/>
          <a:p>
            <a:fld id="{47FEACEE-25B4-4A2D-B147-27296E36371D}" type="slidenum">
              <a:rPr lang="en-US" altLang="zh-CN" noProof="0" smtClean="0"/>
              <a:pPr/>
              <a:t>30</a:t>
            </a:fld>
            <a:endParaRPr lang="en-US" altLang="zh-CN" noProof="0" dirty="0"/>
          </a:p>
        </p:txBody>
      </p:sp>
    </p:spTree>
    <p:extLst>
      <p:ext uri="{BB962C8B-B14F-4D97-AF65-F5344CB8AC3E}">
        <p14:creationId xmlns:p14="http://schemas.microsoft.com/office/powerpoint/2010/main" val="37336704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25486-B6D3-AE18-85DC-8426032DE4FF}"/>
              </a:ext>
            </a:extLst>
          </p:cNvPr>
          <p:cNvSpPr>
            <a:spLocks noGrp="1"/>
          </p:cNvSpPr>
          <p:nvPr>
            <p:ph type="title"/>
          </p:nvPr>
        </p:nvSpPr>
        <p:spPr>
          <a:xfrm>
            <a:off x="3465576" y="1499616"/>
            <a:ext cx="7955280" cy="756887"/>
          </a:xfrm>
        </p:spPr>
        <p:txBody>
          <a:bodyPr/>
          <a:lstStyle/>
          <a:p>
            <a:r>
              <a:rPr lang="en-US" dirty="0"/>
              <a:t>Constraint Blueprint</a:t>
            </a:r>
          </a:p>
        </p:txBody>
      </p:sp>
      <p:sp>
        <p:nvSpPr>
          <p:cNvPr id="5" name="Slide Number Placeholder 4">
            <a:extLst>
              <a:ext uri="{FF2B5EF4-FFF2-40B4-BE49-F238E27FC236}">
                <a16:creationId xmlns:a16="http://schemas.microsoft.com/office/drawing/2014/main" id="{AD57CFBC-5AD6-3EA4-1CD5-8A0237979E47}"/>
              </a:ext>
            </a:extLst>
          </p:cNvPr>
          <p:cNvSpPr>
            <a:spLocks noGrp="1"/>
          </p:cNvSpPr>
          <p:nvPr>
            <p:ph type="sldNum" sz="quarter" idx="40"/>
          </p:nvPr>
        </p:nvSpPr>
        <p:spPr/>
        <p:txBody>
          <a:bodyPr/>
          <a:lstStyle/>
          <a:p>
            <a:fld id="{47FEACEE-25B4-4A2D-B147-27296E36371D}" type="slidenum">
              <a:rPr lang="en-US" altLang="zh-CN" noProof="0" smtClean="0"/>
              <a:pPr/>
              <a:t>31</a:t>
            </a:fld>
            <a:endParaRPr lang="en-US" altLang="zh-CN" noProof="0" dirty="0"/>
          </a:p>
        </p:txBody>
      </p:sp>
      <p:pic>
        <p:nvPicPr>
          <p:cNvPr id="7" name="Picture 6">
            <a:extLst>
              <a:ext uri="{FF2B5EF4-FFF2-40B4-BE49-F238E27FC236}">
                <a16:creationId xmlns:a16="http://schemas.microsoft.com/office/drawing/2014/main" id="{6D591BF2-0504-5C3E-611A-98702E882843}"/>
              </a:ext>
            </a:extLst>
          </p:cNvPr>
          <p:cNvPicPr>
            <a:picLocks noChangeAspect="1"/>
          </p:cNvPicPr>
          <p:nvPr/>
        </p:nvPicPr>
        <p:blipFill>
          <a:blip r:embed="rId2"/>
          <a:stretch>
            <a:fillRect/>
          </a:stretch>
        </p:blipFill>
        <p:spPr>
          <a:xfrm>
            <a:off x="3821368" y="3116021"/>
            <a:ext cx="5735587" cy="3101899"/>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8753718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0DE0F-95FC-2364-8150-7CBAF12E017F}"/>
              </a:ext>
            </a:extLst>
          </p:cNvPr>
          <p:cNvSpPr>
            <a:spLocks noGrp="1"/>
          </p:cNvSpPr>
          <p:nvPr>
            <p:ph type="title"/>
          </p:nvPr>
        </p:nvSpPr>
        <p:spPr/>
        <p:txBody>
          <a:bodyPr/>
          <a:lstStyle/>
          <a:p>
            <a:r>
              <a:rPr lang="en-US" dirty="0"/>
              <a:t>Iteration and Debugging</a:t>
            </a:r>
          </a:p>
        </p:txBody>
      </p:sp>
      <p:sp>
        <p:nvSpPr>
          <p:cNvPr id="3" name="Content Placeholder 2">
            <a:extLst>
              <a:ext uri="{FF2B5EF4-FFF2-40B4-BE49-F238E27FC236}">
                <a16:creationId xmlns:a16="http://schemas.microsoft.com/office/drawing/2014/main" id="{33F536FC-B8A9-94C8-FDF5-FD17149762C9}"/>
              </a:ext>
            </a:extLst>
          </p:cNvPr>
          <p:cNvSpPr>
            <a:spLocks noGrp="1"/>
          </p:cNvSpPr>
          <p:nvPr>
            <p:ph idx="14"/>
          </p:nvPr>
        </p:nvSpPr>
        <p:spPr>
          <a:xfrm>
            <a:off x="3465575" y="3108960"/>
            <a:ext cx="7955279" cy="3108960"/>
          </a:xfrm>
        </p:spPr>
        <p:txBody>
          <a:bodyPr>
            <a:normAutofit fontScale="92500" lnSpcReduction="20000"/>
          </a:bodyPr>
          <a:lstStyle/>
          <a:p>
            <a:pPr marL="0" indent="0">
              <a:buNone/>
            </a:pPr>
            <a:r>
              <a:rPr lang="en-US" dirty="0"/>
              <a:t>To systematically improve a prompt, use this cyclical debugging process:</a:t>
            </a:r>
          </a:p>
          <a:p>
            <a:pPr marL="0" indent="0">
              <a:buNone/>
            </a:pPr>
            <a:endParaRPr lang="en-US" dirty="0"/>
          </a:p>
          <a:p>
            <a:pPr lvl="0"/>
            <a:r>
              <a:rPr lang="en-US" b="1" dirty="0"/>
              <a:t>Test Baseline:</a:t>
            </a:r>
            <a:r>
              <a:rPr lang="en-US" dirty="0"/>
              <a:t> Run your prompt 3 to 5 times on different inputs to see if the output is consistently flawed or just a one-off variance.</a:t>
            </a:r>
          </a:p>
          <a:p>
            <a:pPr lvl="0"/>
            <a:r>
              <a:rPr lang="en-US" b="1" dirty="0"/>
              <a:t>Isolate Failure:</a:t>
            </a:r>
            <a:r>
              <a:rPr lang="en-US" dirty="0"/>
              <a:t> Identify exactly where it broke. Did it break format? Did it ramble? Did it misunderstand a specific word?</a:t>
            </a:r>
          </a:p>
          <a:p>
            <a:pPr lvl="0"/>
            <a:r>
              <a:rPr lang="en-US" b="1" dirty="0"/>
              <a:t>Patch Prompt:</a:t>
            </a:r>
            <a:r>
              <a:rPr lang="en-US" dirty="0"/>
              <a:t> Apply a specific constraint or an </a:t>
            </a:r>
            <a:r>
              <a:rPr lang="en-US" b="1" dirty="0"/>
              <a:t>example (few-shot template)</a:t>
            </a:r>
            <a:r>
              <a:rPr lang="en-US" dirty="0"/>
              <a:t> to show the AI exactly what correct looks like.</a:t>
            </a:r>
          </a:p>
          <a:p>
            <a:pPr lvl="0"/>
            <a:r>
              <a:rPr lang="en-US" b="1" dirty="0"/>
              <a:t>Stress Test:</a:t>
            </a:r>
            <a:r>
              <a:rPr lang="en-US" dirty="0"/>
              <a:t> Push the prompt to its limits with edge cases (e.g., feeding it intentionally messy data) to ensure your patch holds up.</a:t>
            </a:r>
          </a:p>
          <a:p>
            <a:pPr marL="0" indent="0">
              <a:buNone/>
            </a:pPr>
            <a:endParaRPr lang="en-US" dirty="0"/>
          </a:p>
          <a:p>
            <a:endParaRPr lang="en-US" dirty="0"/>
          </a:p>
        </p:txBody>
      </p:sp>
      <p:sp>
        <p:nvSpPr>
          <p:cNvPr id="5" name="Slide Number Placeholder 4">
            <a:extLst>
              <a:ext uri="{FF2B5EF4-FFF2-40B4-BE49-F238E27FC236}">
                <a16:creationId xmlns:a16="http://schemas.microsoft.com/office/drawing/2014/main" id="{D16A03F0-5CD3-D820-6E1A-C32649F916C8}"/>
              </a:ext>
            </a:extLst>
          </p:cNvPr>
          <p:cNvSpPr>
            <a:spLocks noGrp="1"/>
          </p:cNvSpPr>
          <p:nvPr>
            <p:ph type="sldNum" sz="quarter" idx="40"/>
          </p:nvPr>
        </p:nvSpPr>
        <p:spPr/>
        <p:txBody>
          <a:bodyPr/>
          <a:lstStyle/>
          <a:p>
            <a:fld id="{47FEACEE-25B4-4A2D-B147-27296E36371D}" type="slidenum">
              <a:rPr lang="en-US" altLang="zh-CN" noProof="0" smtClean="0"/>
              <a:pPr/>
              <a:t>32</a:t>
            </a:fld>
            <a:endParaRPr lang="en-US" altLang="zh-CN" noProof="0" dirty="0"/>
          </a:p>
        </p:txBody>
      </p:sp>
    </p:spTree>
    <p:extLst>
      <p:ext uri="{BB962C8B-B14F-4D97-AF65-F5344CB8AC3E}">
        <p14:creationId xmlns:p14="http://schemas.microsoft.com/office/powerpoint/2010/main" val="13479822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6BE80-EA3A-DA27-68DD-D82ABAAE124F}"/>
              </a:ext>
            </a:extLst>
          </p:cNvPr>
          <p:cNvSpPr>
            <a:spLocks noGrp="1"/>
          </p:cNvSpPr>
          <p:nvPr>
            <p:ph type="title"/>
          </p:nvPr>
        </p:nvSpPr>
        <p:spPr/>
        <p:txBody>
          <a:bodyPr/>
          <a:lstStyle/>
          <a:p>
            <a:r>
              <a:rPr lang="en-US" dirty="0"/>
              <a:t>The post-mortem of response missing</a:t>
            </a:r>
          </a:p>
        </p:txBody>
      </p:sp>
      <p:sp>
        <p:nvSpPr>
          <p:cNvPr id="3" name="Content Placeholder 2">
            <a:extLst>
              <a:ext uri="{FF2B5EF4-FFF2-40B4-BE49-F238E27FC236}">
                <a16:creationId xmlns:a16="http://schemas.microsoft.com/office/drawing/2014/main" id="{6084CDE9-6113-F2C5-C397-21847CC54D7E}"/>
              </a:ext>
            </a:extLst>
          </p:cNvPr>
          <p:cNvSpPr>
            <a:spLocks noGrp="1"/>
          </p:cNvSpPr>
          <p:nvPr>
            <p:ph idx="14"/>
          </p:nvPr>
        </p:nvSpPr>
        <p:spPr>
          <a:xfrm>
            <a:off x="3465575" y="3108960"/>
            <a:ext cx="7728593" cy="3108960"/>
          </a:xfrm>
        </p:spPr>
        <p:txBody>
          <a:bodyPr/>
          <a:lstStyle/>
          <a:p>
            <a:r>
              <a:rPr lang="en-US" dirty="0"/>
              <a:t>When an AI model delivers a frustrating or useless response, it usually stems from one of three structural flaws in your prompt. Diagnosing the exact root cause tells you exactly how to patch it.</a:t>
            </a:r>
          </a:p>
          <a:p>
            <a:endParaRPr lang="en-US" dirty="0"/>
          </a:p>
        </p:txBody>
      </p:sp>
      <p:sp>
        <p:nvSpPr>
          <p:cNvPr id="5" name="Slide Number Placeholder 4">
            <a:extLst>
              <a:ext uri="{FF2B5EF4-FFF2-40B4-BE49-F238E27FC236}">
                <a16:creationId xmlns:a16="http://schemas.microsoft.com/office/drawing/2014/main" id="{2A53355E-A60F-28F5-3A32-9543FDE7C296}"/>
              </a:ext>
            </a:extLst>
          </p:cNvPr>
          <p:cNvSpPr>
            <a:spLocks noGrp="1"/>
          </p:cNvSpPr>
          <p:nvPr>
            <p:ph type="sldNum" sz="quarter" idx="40"/>
          </p:nvPr>
        </p:nvSpPr>
        <p:spPr/>
        <p:txBody>
          <a:bodyPr/>
          <a:lstStyle/>
          <a:p>
            <a:fld id="{47FEACEE-25B4-4A2D-B147-27296E36371D}" type="slidenum">
              <a:rPr lang="en-US" altLang="zh-CN" noProof="0" smtClean="0"/>
              <a:pPr/>
              <a:t>33</a:t>
            </a:fld>
            <a:endParaRPr lang="en-US" altLang="zh-CN" noProof="0" dirty="0"/>
          </a:p>
        </p:txBody>
      </p:sp>
      <p:pic>
        <p:nvPicPr>
          <p:cNvPr id="7" name="Picture 6">
            <a:extLst>
              <a:ext uri="{FF2B5EF4-FFF2-40B4-BE49-F238E27FC236}">
                <a16:creationId xmlns:a16="http://schemas.microsoft.com/office/drawing/2014/main" id="{3EF710F6-1037-8DB2-B1B0-A9BF0DE0AA59}"/>
              </a:ext>
            </a:extLst>
          </p:cNvPr>
          <p:cNvPicPr>
            <a:picLocks noChangeAspect="1"/>
          </p:cNvPicPr>
          <p:nvPr/>
        </p:nvPicPr>
        <p:blipFill>
          <a:blip r:embed="rId2"/>
          <a:stretch>
            <a:fillRect/>
          </a:stretch>
        </p:blipFill>
        <p:spPr>
          <a:xfrm>
            <a:off x="3862695" y="4314210"/>
            <a:ext cx="5962094" cy="1540899"/>
          </a:xfrm>
          <a:prstGeom prst="rect">
            <a:avLst/>
          </a:prstGeom>
        </p:spPr>
      </p:pic>
    </p:spTree>
    <p:extLst>
      <p:ext uri="{BB962C8B-B14F-4D97-AF65-F5344CB8AC3E}">
        <p14:creationId xmlns:p14="http://schemas.microsoft.com/office/powerpoint/2010/main" val="29473864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FCA10-8B50-F7FF-0669-58B4B4EF9E74}"/>
              </a:ext>
            </a:extLst>
          </p:cNvPr>
          <p:cNvSpPr>
            <a:spLocks noGrp="1"/>
          </p:cNvSpPr>
          <p:nvPr>
            <p:ph type="title"/>
          </p:nvPr>
        </p:nvSpPr>
        <p:spPr>
          <a:xfrm>
            <a:off x="3465576" y="1499616"/>
            <a:ext cx="7955280" cy="889623"/>
          </a:xfrm>
        </p:spPr>
        <p:txBody>
          <a:bodyPr>
            <a:normAutofit fontScale="90000"/>
          </a:bodyPr>
          <a:lstStyle/>
          <a:p>
            <a:r>
              <a:rPr lang="en-US" dirty="0"/>
              <a:t>Refine vs. Restart: The Decision Matrix</a:t>
            </a:r>
          </a:p>
        </p:txBody>
      </p:sp>
      <p:pic>
        <p:nvPicPr>
          <p:cNvPr id="7" name="Content Placeholder 6">
            <a:extLst>
              <a:ext uri="{FF2B5EF4-FFF2-40B4-BE49-F238E27FC236}">
                <a16:creationId xmlns:a16="http://schemas.microsoft.com/office/drawing/2014/main" id="{EE1206D7-D9B8-AD40-EBE1-1B942F2A14E9}"/>
              </a:ext>
            </a:extLst>
          </p:cNvPr>
          <p:cNvPicPr>
            <a:picLocks noGrp="1" noChangeAspect="1"/>
          </p:cNvPicPr>
          <p:nvPr>
            <p:ph idx="14"/>
          </p:nvPr>
        </p:nvPicPr>
        <p:blipFill>
          <a:blip r:embed="rId2"/>
          <a:stretch>
            <a:fillRect/>
          </a:stretch>
        </p:blipFill>
        <p:spPr>
          <a:xfrm>
            <a:off x="3958997" y="2913805"/>
            <a:ext cx="4274006" cy="3109913"/>
          </a:xfrm>
          <a:prstGeom prst="rect">
            <a:avLst/>
          </a:prstGeom>
        </p:spPr>
      </p:pic>
      <p:sp>
        <p:nvSpPr>
          <p:cNvPr id="5" name="Slide Number Placeholder 4">
            <a:extLst>
              <a:ext uri="{FF2B5EF4-FFF2-40B4-BE49-F238E27FC236}">
                <a16:creationId xmlns:a16="http://schemas.microsoft.com/office/drawing/2014/main" id="{560739B0-24C4-9270-1152-168D5128DE8B}"/>
              </a:ext>
            </a:extLst>
          </p:cNvPr>
          <p:cNvSpPr>
            <a:spLocks noGrp="1"/>
          </p:cNvSpPr>
          <p:nvPr>
            <p:ph type="sldNum" sz="quarter" idx="40"/>
          </p:nvPr>
        </p:nvSpPr>
        <p:spPr/>
        <p:txBody>
          <a:bodyPr/>
          <a:lstStyle/>
          <a:p>
            <a:fld id="{47FEACEE-25B4-4A2D-B147-27296E36371D}" type="slidenum">
              <a:rPr lang="en-US" altLang="zh-CN" noProof="0" smtClean="0"/>
              <a:pPr/>
              <a:t>34</a:t>
            </a:fld>
            <a:endParaRPr lang="en-US" altLang="zh-CN" noProof="0" dirty="0"/>
          </a:p>
        </p:txBody>
      </p:sp>
    </p:spTree>
    <p:extLst>
      <p:ext uri="{BB962C8B-B14F-4D97-AF65-F5344CB8AC3E}">
        <p14:creationId xmlns:p14="http://schemas.microsoft.com/office/powerpoint/2010/main" val="38324884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96C5B-7E8D-D4FC-0259-9C732052D3D1}"/>
              </a:ext>
            </a:extLst>
          </p:cNvPr>
          <p:cNvSpPr>
            <a:spLocks noGrp="1"/>
          </p:cNvSpPr>
          <p:nvPr>
            <p:ph type="title"/>
          </p:nvPr>
        </p:nvSpPr>
        <p:spPr/>
        <p:txBody>
          <a:bodyPr/>
          <a:lstStyle/>
          <a:p>
            <a:r>
              <a:rPr lang="en-US" dirty="0"/>
              <a:t>Smart Prompt Storage Strategy</a:t>
            </a:r>
          </a:p>
        </p:txBody>
      </p:sp>
      <p:sp>
        <p:nvSpPr>
          <p:cNvPr id="3" name="Content Placeholder 2">
            <a:extLst>
              <a:ext uri="{FF2B5EF4-FFF2-40B4-BE49-F238E27FC236}">
                <a16:creationId xmlns:a16="http://schemas.microsoft.com/office/drawing/2014/main" id="{2DD66B34-CDDB-8F55-9FA2-397D0DAFA7B7}"/>
              </a:ext>
            </a:extLst>
          </p:cNvPr>
          <p:cNvSpPr>
            <a:spLocks noGrp="1"/>
          </p:cNvSpPr>
          <p:nvPr>
            <p:ph idx="14"/>
          </p:nvPr>
        </p:nvSpPr>
        <p:spPr>
          <a:xfrm>
            <a:off x="3465576" y="3108960"/>
            <a:ext cx="7297362" cy="3108960"/>
          </a:xfrm>
        </p:spPr>
        <p:txBody>
          <a:bodyPr/>
          <a:lstStyle/>
          <a:p>
            <a:pPr lvl="0"/>
            <a:r>
              <a:rPr lang="en-US" b="1" dirty="0"/>
              <a:t>Create "Modular Elements":</a:t>
            </a:r>
            <a:r>
              <a:rPr lang="en-US" dirty="0"/>
              <a:t> Instead of saving massive, static 500-word prompts, save reusable components. Have a library of your favorite </a:t>
            </a:r>
            <a:r>
              <a:rPr lang="en-US" b="1" dirty="0"/>
              <a:t>Personas</a:t>
            </a:r>
            <a:r>
              <a:rPr lang="en-US" dirty="0"/>
              <a:t>, your absolute strictest </a:t>
            </a:r>
            <a:r>
              <a:rPr lang="en-US" b="1" dirty="0"/>
              <a:t>Formatting Constraints</a:t>
            </a:r>
            <a:r>
              <a:rPr lang="en-US" dirty="0"/>
              <a:t>, and your cleanest </a:t>
            </a:r>
            <a:r>
              <a:rPr lang="en-US" b="1" dirty="0"/>
              <a:t>Few-Shot Examples</a:t>
            </a:r>
            <a:r>
              <a:rPr lang="en-US" dirty="0"/>
              <a:t>. You can then mix and match them like LEGO bricks depending on your task.</a:t>
            </a:r>
          </a:p>
          <a:p>
            <a:pPr lvl="0"/>
            <a:r>
              <a:rPr lang="en-US" b="1" dirty="0"/>
              <a:t>Tag by Intent:</a:t>
            </a:r>
            <a:r>
              <a:rPr lang="en-US" dirty="0"/>
              <a:t> Organize your library using simple functional tags like #summarization, #code-review, #copywriting, or #data-extraction so you can find your blueprints instantly.</a:t>
            </a:r>
          </a:p>
          <a:p>
            <a:pPr marL="0" indent="0">
              <a:buNone/>
            </a:pPr>
            <a:endParaRPr lang="en-US" dirty="0"/>
          </a:p>
        </p:txBody>
      </p:sp>
      <p:sp>
        <p:nvSpPr>
          <p:cNvPr id="5" name="Slide Number Placeholder 4">
            <a:extLst>
              <a:ext uri="{FF2B5EF4-FFF2-40B4-BE49-F238E27FC236}">
                <a16:creationId xmlns:a16="http://schemas.microsoft.com/office/drawing/2014/main" id="{170125A5-6D78-29AE-53C9-29F14C51A21E}"/>
              </a:ext>
            </a:extLst>
          </p:cNvPr>
          <p:cNvSpPr>
            <a:spLocks noGrp="1"/>
          </p:cNvSpPr>
          <p:nvPr>
            <p:ph type="sldNum" sz="quarter" idx="40"/>
          </p:nvPr>
        </p:nvSpPr>
        <p:spPr/>
        <p:txBody>
          <a:bodyPr/>
          <a:lstStyle/>
          <a:p>
            <a:fld id="{47FEACEE-25B4-4A2D-B147-27296E36371D}" type="slidenum">
              <a:rPr lang="en-US" altLang="zh-CN" noProof="0" smtClean="0"/>
              <a:pPr/>
              <a:t>35</a:t>
            </a:fld>
            <a:endParaRPr lang="en-US" altLang="zh-CN" noProof="0" dirty="0"/>
          </a:p>
        </p:txBody>
      </p:sp>
    </p:spTree>
    <p:extLst>
      <p:ext uri="{BB962C8B-B14F-4D97-AF65-F5344CB8AC3E}">
        <p14:creationId xmlns:p14="http://schemas.microsoft.com/office/powerpoint/2010/main" val="16100225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a:extLst>
              <a:ext uri="{FF2B5EF4-FFF2-40B4-BE49-F238E27FC236}">
                <a16:creationId xmlns:a16="http://schemas.microsoft.com/office/drawing/2014/main" id="{AD2C8D04-263D-9589-1CFF-A5968D7C33D7}"/>
              </a:ext>
            </a:extLst>
          </p:cNvPr>
          <p:cNvSpPr>
            <a:spLocks noGrp="1"/>
          </p:cNvSpPr>
          <p:nvPr>
            <p:ph type="title"/>
          </p:nvPr>
        </p:nvSpPr>
        <p:spPr>
          <a:xfrm>
            <a:off x="6035040" y="731520"/>
            <a:ext cx="5394960" cy="2103120"/>
          </a:xfrm>
        </p:spPr>
        <p:txBody>
          <a:bodyPr/>
          <a:lstStyle/>
          <a:p>
            <a:r>
              <a:rPr lang="en-US" dirty="0"/>
              <a:t>Questions</a:t>
            </a:r>
          </a:p>
        </p:txBody>
      </p:sp>
      <p:sp>
        <p:nvSpPr>
          <p:cNvPr id="25" name="Text Placeholder 24">
            <a:extLst>
              <a:ext uri="{FF2B5EF4-FFF2-40B4-BE49-F238E27FC236}">
                <a16:creationId xmlns:a16="http://schemas.microsoft.com/office/drawing/2014/main" id="{B993E4D5-4AD0-4740-096D-6822944C8FF6}"/>
              </a:ext>
            </a:extLst>
          </p:cNvPr>
          <p:cNvSpPr>
            <a:spLocks noGrp="1"/>
          </p:cNvSpPr>
          <p:nvPr>
            <p:ph type="body" sz="quarter" idx="27"/>
          </p:nvPr>
        </p:nvSpPr>
        <p:spPr>
          <a:xfrm>
            <a:off x="6035040" y="3108960"/>
            <a:ext cx="5394960" cy="1879791"/>
          </a:xfrm>
        </p:spPr>
        <p:txBody>
          <a:bodyPr/>
          <a:lstStyle/>
          <a:p>
            <a:endParaRPr lang="en-US" dirty="0"/>
          </a:p>
        </p:txBody>
      </p:sp>
    </p:spTree>
    <p:extLst>
      <p:ext uri="{BB962C8B-B14F-4D97-AF65-F5344CB8AC3E}">
        <p14:creationId xmlns:p14="http://schemas.microsoft.com/office/powerpoint/2010/main" val="529279411"/>
      </p:ext>
    </p:extLst>
  </p:cSld>
  <p:clrMapOvr>
    <a:masterClrMapping/>
  </p:clrMapOvr>
</p:sld>
</file>

<file path=ppt/theme/theme1.xml><?xml version="1.0" encoding="utf-8"?>
<a:theme xmlns:a="http://schemas.openxmlformats.org/drawingml/2006/main" name="Custom">
  <a:themeElements>
    <a:clrScheme name="Custom 7">
      <a:dk1>
        <a:srgbClr val="000000"/>
      </a:dk1>
      <a:lt1>
        <a:srgbClr val="FFFFFF"/>
      </a:lt1>
      <a:dk2>
        <a:srgbClr val="0F253E"/>
      </a:dk2>
      <a:lt2>
        <a:srgbClr val="E7E6E6"/>
      </a:lt2>
      <a:accent1>
        <a:srgbClr val="4472C4"/>
      </a:accent1>
      <a:accent2>
        <a:srgbClr val="B83903"/>
      </a:accent2>
      <a:accent3>
        <a:srgbClr val="75262A"/>
      </a:accent3>
      <a:accent4>
        <a:srgbClr val="F79320"/>
      </a:accent4>
      <a:accent5>
        <a:srgbClr val="44668D"/>
      </a:accent5>
      <a:accent6>
        <a:srgbClr val="0F253E"/>
      </a:accent6>
      <a:hlink>
        <a:srgbClr val="AEC0D9"/>
      </a:hlink>
      <a:folHlink>
        <a:srgbClr val="B83903"/>
      </a:folHlink>
    </a:clrScheme>
    <a:fontScheme name="Custom 16">
      <a:majorFont>
        <a:latin typeface="Posterama"/>
        <a:ea typeface=""/>
        <a:cs typeface=""/>
      </a:majorFont>
      <a:minorFont>
        <a:latin typeface="Abad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a:lstStyle>
        <a:defPPr marL="0" indent="0" algn="ctr">
          <a:lnSpc>
            <a:spcPct val="100000"/>
          </a:lnSpc>
          <a:spcBef>
            <a:spcPts val="0"/>
          </a:spcBef>
          <a:buFontTx/>
          <a:buNone/>
          <a:defRPr sz="1800" smtClean="0">
            <a:solidFill>
              <a:prstClr val="white"/>
            </a:solidFill>
            <a:latin typeface="Posterama" panose="020B0504020200020000" pitchFamily="34" charset="0"/>
            <a:ea typeface="微软雅黑"/>
            <a:cs typeface="Posterama" panose="020B0504020200020000" pitchFamily="34" charset="0"/>
          </a:defRPr>
        </a:defPPr>
      </a:lstStyle>
    </a:txDef>
  </a:objectDefaults>
  <a:extraClrSchemeLst/>
  <a:extLst>
    <a:ext uri="{05A4C25C-085E-4340-85A3-A5531E510DB2}">
      <thm15:themeFamily xmlns:thm15="http://schemas.microsoft.com/office/thememl/2012/main" name="TM9027928_win32_EF_v4" id="{FA821E7E-D625-4DCD-A30E-3216B54C8383}" vid="{DE28BE6C-8054-44B2-A92D-A1CAFC256BDB}"/>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8DB3C62-858A-4A01-AFEF-21E0BB8CE26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B0009351-EDD4-484E-ACD6-D50CCB137637}">
  <ds:schemaRefs>
    <ds:schemaRef ds:uri="http://schemas.microsoft.com/sharepoint/v3/contenttype/forms"/>
  </ds:schemaRefs>
</ds:datastoreItem>
</file>

<file path=customXml/itemProps3.xml><?xml version="1.0" encoding="utf-8"?>
<ds:datastoreItem xmlns:ds="http://schemas.openxmlformats.org/officeDocument/2006/customXml" ds:itemID="{79897CAE-455D-42C9-A951-0C21BC12254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Hexagon presentation dark</Template>
  <TotalTime>872</TotalTime>
  <Words>2253</Words>
  <Application>Microsoft Office PowerPoint</Application>
  <PresentationFormat>Widescreen</PresentationFormat>
  <Paragraphs>185</Paragraphs>
  <Slides>36</Slides>
  <Notes>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等线</vt:lpstr>
      <vt:lpstr>Abadi</vt:lpstr>
      <vt:lpstr>Arial</vt:lpstr>
      <vt:lpstr>Calibri</vt:lpstr>
      <vt:lpstr>Posterama</vt:lpstr>
      <vt:lpstr>Posterama Text SemiBold</vt:lpstr>
      <vt:lpstr>Custom</vt:lpstr>
      <vt:lpstr>Working With AI Tools</vt:lpstr>
      <vt:lpstr>Agenda </vt:lpstr>
      <vt:lpstr>Prompt Engineering</vt:lpstr>
      <vt:lpstr>How LLMs read a Prompt </vt:lpstr>
      <vt:lpstr>Token Optimization &amp; Cost Efficiency</vt:lpstr>
      <vt:lpstr>The Token Ratio – 100 English words ~ 130 Tokens. Non-English words, code blocks and special characters take up more tokens per word.   Granular Tracking – Monitor the input token count with Token Library e.g. OpenAI supports tiktoken or anthropic-tokenizer (Claude).   Stop Sequences – Implementation of explicit stop token to prevent unnecessary fillers to overcome wastage of tokens and output precision  </vt:lpstr>
      <vt:lpstr>Context Window Management  Total Memory space available between input prompt and output </vt:lpstr>
      <vt:lpstr>Anatomy of Effective Prompt</vt:lpstr>
      <vt:lpstr>The 6 Core Building Blocks</vt:lpstr>
      <vt:lpstr>3 Rules for Prompt Mastery</vt:lpstr>
      <vt:lpstr>The Reusable Template</vt:lpstr>
      <vt:lpstr>Steps to build Prompt Library</vt:lpstr>
      <vt:lpstr>Core Prompting Techniques</vt:lpstr>
      <vt:lpstr>Zero-Shot Prompting</vt:lpstr>
      <vt:lpstr>Contrast Framework</vt:lpstr>
      <vt:lpstr>Zero-shot prompting asks an AI to complete a task without showing it any examples, while few-shot prompting provides 1 to 3 examples of the exact input-output structure you want before giving the final prompt.</vt:lpstr>
      <vt:lpstr>Zero Shot Example (no Guidance)</vt:lpstr>
      <vt:lpstr>Few-Shot Example (Pattern Lock-in)</vt:lpstr>
      <vt:lpstr>Scenario to Zero-shot and Few-shot</vt:lpstr>
      <vt:lpstr>Controlling the Output</vt:lpstr>
      <vt:lpstr>Power of Structured Output</vt:lpstr>
      <vt:lpstr>Scenario to use Markdown Vs JSON</vt:lpstr>
      <vt:lpstr>Controlling Tone, Reading level and Length</vt:lpstr>
      <vt:lpstr>2. Controlling Reading Level</vt:lpstr>
      <vt:lpstr>3. Controlling the Length</vt:lpstr>
      <vt:lpstr>Constraining scope to prevent rambling or off-topic answers</vt:lpstr>
      <vt:lpstr>PowerPoint Presentation</vt:lpstr>
      <vt:lpstr>PowerPoint Presentation</vt:lpstr>
      <vt:lpstr>PowerPoint Presentation</vt:lpstr>
      <vt:lpstr>PowerPoint Presentation</vt:lpstr>
      <vt:lpstr>Constraint Blueprint</vt:lpstr>
      <vt:lpstr>Iteration and Debugging</vt:lpstr>
      <vt:lpstr>The post-mortem of response missing</vt:lpstr>
      <vt:lpstr>Refine vs. Restart: The Decision Matrix</vt:lpstr>
      <vt:lpstr>Smart Prompt Storage Strategy</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32</cp:revision>
  <dcterms:created xsi:type="dcterms:W3CDTF">2026-10-11T10:57:53Z</dcterms:created>
  <dcterms:modified xsi:type="dcterms:W3CDTF">2026-10-22T19:35:30Z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